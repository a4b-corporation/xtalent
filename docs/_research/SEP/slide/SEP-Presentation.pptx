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6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51AC7-1248-6947-B442-7272F87531C1}" v="10" dt="2026-03-03T04:47:01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ũ. Nguyễn Huy (7)" userId="d6e3b4f1-a4ca-4bfa-bbd2-4c02dcb156a0" providerId="ADAL" clId="{04050C0F-00BE-5CD6-9848-850234EF60F3}"/>
    <pc:docChg chg="undo redo custSel modSld">
      <pc:chgData name="Vũ. Nguyễn Huy (7)" userId="d6e3b4f1-a4ca-4bfa-bbd2-4c02dcb156a0" providerId="ADAL" clId="{04050C0F-00BE-5CD6-9848-850234EF60F3}" dt="2026-03-03T04:47:27.664" v="1466" actId="1076"/>
      <pc:docMkLst>
        <pc:docMk/>
      </pc:docMkLst>
      <pc:sldChg chg="addSp modSp mod">
        <pc:chgData name="Vũ. Nguyễn Huy (7)" userId="d6e3b4f1-a4ca-4bfa-bbd2-4c02dcb156a0" providerId="ADAL" clId="{04050C0F-00BE-5CD6-9848-850234EF60F3}" dt="2026-03-03T04:18:53.409" v="249" actId="1076"/>
        <pc:sldMkLst>
          <pc:docMk/>
          <pc:sldMk cId="0" sldId="256"/>
        </pc:sldMkLst>
        <pc:spChg chg="mod">
          <ac:chgData name="Vũ. Nguyễn Huy (7)" userId="d6e3b4f1-a4ca-4bfa-bbd2-4c02dcb156a0" providerId="ADAL" clId="{04050C0F-00BE-5CD6-9848-850234EF60F3}" dt="2026-03-03T04:13:09.890" v="0" actId="1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18:31.336" v="233" actId="10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18:53.409" v="249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18:18.275" v="192" actId="1035"/>
          <ac:spMkLst>
            <pc:docMk/>
            <pc:sldMk cId="0" sldId="256"/>
            <ac:spMk id="6" creationId="{00000000-0000-0000-0000-000000000000}"/>
          </ac:spMkLst>
        </pc:spChg>
        <pc:grpChg chg="add mod">
          <ac:chgData name="Vũ. Nguyễn Huy (7)" userId="d6e3b4f1-a4ca-4bfa-bbd2-4c02dcb156a0" providerId="ADAL" clId="{04050C0F-00BE-5CD6-9848-850234EF60F3}" dt="2026-03-03T04:13:28.297" v="37" actId="1035"/>
          <ac:grpSpMkLst>
            <pc:docMk/>
            <pc:sldMk cId="0" sldId="256"/>
            <ac:grpSpMk id="7" creationId="{E9182C76-6B45-C94F-2F67-6B7B3713080C}"/>
          </ac:grpSpMkLst>
        </pc:grpChg>
        <pc:picChg chg="add mod">
          <ac:chgData name="Vũ. Nguyễn Huy (7)" userId="d6e3b4f1-a4ca-4bfa-bbd2-4c02dcb156a0" providerId="ADAL" clId="{04050C0F-00BE-5CD6-9848-850234EF60F3}" dt="2026-03-03T04:18:39.067" v="248" actId="1035"/>
          <ac:picMkLst>
            <pc:docMk/>
            <pc:sldMk cId="0" sldId="256"/>
            <ac:picMk id="9" creationId="{3ADDE7DD-BD94-E878-3F29-75C67B6A2C2B}"/>
          </ac:picMkLst>
        </pc:picChg>
      </pc:sldChg>
      <pc:sldChg chg="addSp modSp mod">
        <pc:chgData name="Vũ. Nguyễn Huy (7)" userId="d6e3b4f1-a4ca-4bfa-bbd2-4c02dcb156a0" providerId="ADAL" clId="{04050C0F-00BE-5CD6-9848-850234EF60F3}" dt="2026-03-03T04:42:29.950" v="1026" actId="1036"/>
        <pc:sldMkLst>
          <pc:docMk/>
          <pc:sldMk cId="0" sldId="257"/>
        </pc:sldMkLst>
        <pc:spChg chg="mod">
          <ac:chgData name="Vũ. Nguyễn Huy (7)" userId="d6e3b4f1-a4ca-4bfa-bbd2-4c02dcb156a0" providerId="ADAL" clId="{04050C0F-00BE-5CD6-9848-850234EF60F3}" dt="2026-03-03T04:20:00.671" v="334" actId="10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20:00.671" v="334" actId="10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19:08.105" v="254" actId="1036"/>
          <ac:spMkLst>
            <pc:docMk/>
            <pc:sldMk cId="0" sldId="257"/>
            <ac:spMk id="15" creationId="{00000000-0000-0000-0000-000000000000}"/>
          </ac:spMkLst>
        </pc:spChg>
        <pc:grpChg chg="add mod">
          <ac:chgData name="Vũ. Nguyễn Huy (7)" userId="d6e3b4f1-a4ca-4bfa-bbd2-4c02dcb156a0" providerId="ADAL" clId="{04050C0F-00BE-5CD6-9848-850234EF60F3}" dt="2026-03-03T04:19:20.128" v="290" actId="1036"/>
          <ac:grpSpMkLst>
            <pc:docMk/>
            <pc:sldMk cId="0" sldId="257"/>
            <ac:grpSpMk id="17" creationId="{A3E78C43-3CDA-0801-A8A6-E5A7B6D6C7A9}"/>
          </ac:grpSpMkLst>
        </pc:grpChg>
        <pc:grpChg chg="add mod">
          <ac:chgData name="Vũ. Nguyễn Huy (7)" userId="d6e3b4f1-a4ca-4bfa-bbd2-4c02dcb156a0" providerId="ADAL" clId="{04050C0F-00BE-5CD6-9848-850234EF60F3}" dt="2026-03-03T04:42:25.933" v="1021" actId="1036"/>
          <ac:grpSpMkLst>
            <pc:docMk/>
            <pc:sldMk cId="0" sldId="257"/>
            <ac:grpSpMk id="18" creationId="{2E84614F-D40E-75EA-6166-D14CEAA6C122}"/>
          </ac:grpSpMkLst>
        </pc:grpChg>
        <pc:grpChg chg="add mod">
          <ac:chgData name="Vũ. Nguyễn Huy (7)" userId="d6e3b4f1-a4ca-4bfa-bbd2-4c02dcb156a0" providerId="ADAL" clId="{04050C0F-00BE-5CD6-9848-850234EF60F3}" dt="2026-03-03T04:42:25.933" v="1021" actId="1036"/>
          <ac:grpSpMkLst>
            <pc:docMk/>
            <pc:sldMk cId="0" sldId="257"/>
            <ac:grpSpMk id="19" creationId="{A611C16F-7679-D5AB-ACFF-51C131BD5018}"/>
          </ac:grpSpMkLst>
        </pc:grpChg>
        <pc:grpChg chg="add mod">
          <ac:chgData name="Vũ. Nguyễn Huy (7)" userId="d6e3b4f1-a4ca-4bfa-bbd2-4c02dcb156a0" providerId="ADAL" clId="{04050C0F-00BE-5CD6-9848-850234EF60F3}" dt="2026-03-03T04:42:25.933" v="1021" actId="1036"/>
          <ac:grpSpMkLst>
            <pc:docMk/>
            <pc:sldMk cId="0" sldId="257"/>
            <ac:grpSpMk id="20" creationId="{A27C55D0-0E78-C9F4-090E-671AD9A9B382}"/>
          </ac:grpSpMkLst>
        </pc:grpChg>
        <pc:grpChg chg="add mod">
          <ac:chgData name="Vũ. Nguyễn Huy (7)" userId="d6e3b4f1-a4ca-4bfa-bbd2-4c02dcb156a0" providerId="ADAL" clId="{04050C0F-00BE-5CD6-9848-850234EF60F3}" dt="2026-03-03T04:20:10.392" v="343" actId="1036"/>
          <ac:grpSpMkLst>
            <pc:docMk/>
            <pc:sldMk cId="0" sldId="257"/>
            <ac:grpSpMk id="21" creationId="{D0CFE579-DC5A-734A-02FF-B6D263628FAB}"/>
          </ac:grpSpMkLst>
        </pc:grpChg>
        <pc:picChg chg="add mod">
          <ac:chgData name="Vũ. Nguyễn Huy (7)" userId="d6e3b4f1-a4ca-4bfa-bbd2-4c02dcb156a0" providerId="ADAL" clId="{04050C0F-00BE-5CD6-9848-850234EF60F3}" dt="2026-03-03T04:42:29.950" v="1026" actId="1036"/>
          <ac:picMkLst>
            <pc:docMk/>
            <pc:sldMk cId="0" sldId="257"/>
            <ac:picMk id="22" creationId="{031012ED-1D3C-CDC5-7438-0DB5CA18DCF4}"/>
          </ac:picMkLst>
        </pc:picChg>
      </pc:sldChg>
      <pc:sldChg chg="addSp delSp modSp mod">
        <pc:chgData name="Vũ. Nguyễn Huy (7)" userId="d6e3b4f1-a4ca-4bfa-bbd2-4c02dcb156a0" providerId="ADAL" clId="{04050C0F-00BE-5CD6-9848-850234EF60F3}" dt="2026-03-03T04:42:56.127" v="1043" actId="1076"/>
        <pc:sldMkLst>
          <pc:docMk/>
          <pc:sldMk cId="0" sldId="258"/>
        </pc:sldMkLst>
        <pc:spChg chg="mod">
          <ac:chgData name="Vũ. Nguyễn Huy (7)" userId="d6e3b4f1-a4ca-4bfa-bbd2-4c02dcb156a0" providerId="ADAL" clId="{04050C0F-00BE-5CD6-9848-850234EF60F3}" dt="2026-03-03T04:35:54.449" v="449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5:42.890" v="447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1:13.142" v="403" actId="208"/>
          <ac:spMkLst>
            <pc:docMk/>
            <pc:sldMk cId="0" sldId="258"/>
            <ac:spMk id="6" creationId="{00000000-0000-0000-0000-000000000000}"/>
          </ac:spMkLst>
        </pc:spChg>
        <pc:spChg chg="del mod topLvl">
          <ac:chgData name="Vũ. Nguyễn Huy (7)" userId="d6e3b4f1-a4ca-4bfa-bbd2-4c02dcb156a0" providerId="ADAL" clId="{04050C0F-00BE-5CD6-9848-850234EF60F3}" dt="2026-03-03T04:26:57.884" v="373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Vũ. Nguyễn Huy (7)" userId="d6e3b4f1-a4ca-4bfa-bbd2-4c02dcb156a0" providerId="ADAL" clId="{04050C0F-00BE-5CD6-9848-850234EF60F3}" dt="2026-03-03T04:27:00.139" v="374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Vũ. Nguyễn Huy (7)" userId="d6e3b4f1-a4ca-4bfa-bbd2-4c02dcb156a0" providerId="ADAL" clId="{04050C0F-00BE-5CD6-9848-850234EF60F3}" dt="2026-03-03T04:27:01.631" v="375" actId="478"/>
          <ac:spMkLst>
            <pc:docMk/>
            <pc:sldMk cId="0" sldId="258"/>
            <ac:spMk id="9" creationId="{00000000-0000-0000-0000-000000000000}"/>
          </ac:spMkLst>
        </pc:spChg>
        <pc:spChg chg="del mod topLvl">
          <ac:chgData name="Vũ. Nguyễn Huy (7)" userId="d6e3b4f1-a4ca-4bfa-bbd2-4c02dcb156a0" providerId="ADAL" clId="{04050C0F-00BE-5CD6-9848-850234EF60F3}" dt="2026-03-03T04:27:26.250" v="377" actId="478"/>
          <ac:spMkLst>
            <pc:docMk/>
            <pc:sldMk cId="0" sldId="258"/>
            <ac:spMk id="10" creationId="{00000000-0000-0000-0000-000000000000}"/>
          </ac:spMkLst>
        </pc:spChg>
        <pc:spChg chg="mod topLvl">
          <ac:chgData name="Vũ. Nguyễn Huy (7)" userId="d6e3b4f1-a4ca-4bfa-bbd2-4c02dcb156a0" providerId="ADAL" clId="{04050C0F-00BE-5CD6-9848-850234EF60F3}" dt="2026-03-03T04:30:36.402" v="402" actId="208"/>
          <ac:spMkLst>
            <pc:docMk/>
            <pc:sldMk cId="0" sldId="258"/>
            <ac:spMk id="11" creationId="{00000000-0000-0000-0000-000000000000}"/>
          </ac:spMkLst>
        </pc:spChg>
        <pc:spChg chg="mod topLvl">
          <ac:chgData name="Vũ. Nguyễn Huy (7)" userId="d6e3b4f1-a4ca-4bfa-bbd2-4c02dcb156a0" providerId="ADAL" clId="{04050C0F-00BE-5CD6-9848-850234EF60F3}" dt="2026-03-03T04:30:36.402" v="402" actId="208"/>
          <ac:spMkLst>
            <pc:docMk/>
            <pc:sldMk cId="0" sldId="258"/>
            <ac:spMk id="12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0:17.061" v="400" actId="208"/>
          <ac:spMkLst>
            <pc:docMk/>
            <pc:sldMk cId="0" sldId="258"/>
            <ac:spMk id="13" creationId="{00000000-0000-0000-0000-000000000000}"/>
          </ac:spMkLst>
        </pc:spChg>
        <pc:spChg chg="del topLvl">
          <ac:chgData name="Vũ. Nguyễn Huy (7)" userId="d6e3b4f1-a4ca-4bfa-bbd2-4c02dcb156a0" providerId="ADAL" clId="{04050C0F-00BE-5CD6-9848-850234EF60F3}" dt="2026-03-03T04:28:07.697" v="382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Vũ. Nguyễn Huy (7)" userId="d6e3b4f1-a4ca-4bfa-bbd2-4c02dcb156a0" providerId="ADAL" clId="{04050C0F-00BE-5CD6-9848-850234EF60F3}" dt="2026-03-03T04:28:09.166" v="383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Vũ. Nguyễn Huy (7)" userId="d6e3b4f1-a4ca-4bfa-bbd2-4c02dcb156a0" providerId="ADAL" clId="{04050C0F-00BE-5CD6-9848-850234EF60F3}" dt="2026-03-03T04:28:10.143" v="384" actId="478"/>
          <ac:spMkLst>
            <pc:docMk/>
            <pc:sldMk cId="0" sldId="258"/>
            <ac:spMk id="16" creationId="{00000000-0000-0000-0000-000000000000}"/>
          </ac:spMkLst>
        </pc:spChg>
        <pc:spChg chg="del topLvl">
          <ac:chgData name="Vũ. Nguyễn Huy (7)" userId="d6e3b4f1-a4ca-4bfa-bbd2-4c02dcb156a0" providerId="ADAL" clId="{04050C0F-00BE-5CD6-9848-850234EF60F3}" dt="2026-03-03T04:28:27.964" v="386" actId="478"/>
          <ac:spMkLst>
            <pc:docMk/>
            <pc:sldMk cId="0" sldId="258"/>
            <ac:spMk id="17" creationId="{00000000-0000-0000-0000-000000000000}"/>
          </ac:spMkLst>
        </pc:spChg>
        <pc:spChg chg="mod topLvl">
          <ac:chgData name="Vũ. Nguyễn Huy (7)" userId="d6e3b4f1-a4ca-4bfa-bbd2-4c02dcb156a0" providerId="ADAL" clId="{04050C0F-00BE-5CD6-9848-850234EF60F3}" dt="2026-03-03T04:29:03.959" v="391" actId="14100"/>
          <ac:spMkLst>
            <pc:docMk/>
            <pc:sldMk cId="0" sldId="258"/>
            <ac:spMk id="18" creationId="{00000000-0000-0000-0000-000000000000}"/>
          </ac:spMkLst>
        </pc:spChg>
        <pc:spChg chg="mod topLvl">
          <ac:chgData name="Vũ. Nguyễn Huy (7)" userId="d6e3b4f1-a4ca-4bfa-bbd2-4c02dcb156a0" providerId="ADAL" clId="{04050C0F-00BE-5CD6-9848-850234EF60F3}" dt="2026-03-03T04:28:55.318" v="390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1:22.444" v="404" actId="14100"/>
          <ac:spMkLst>
            <pc:docMk/>
            <pc:sldMk cId="0" sldId="258"/>
            <ac:spMk id="20" creationId="{00000000-0000-0000-0000-000000000000}"/>
          </ac:spMkLst>
        </pc:spChg>
        <pc:spChg chg="del topLvl">
          <ac:chgData name="Vũ. Nguyễn Huy (7)" userId="d6e3b4f1-a4ca-4bfa-bbd2-4c02dcb156a0" providerId="ADAL" clId="{04050C0F-00BE-5CD6-9848-850234EF60F3}" dt="2026-03-03T04:29:21.754" v="394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Vũ. Nguyễn Huy (7)" userId="d6e3b4f1-a4ca-4bfa-bbd2-4c02dcb156a0" providerId="ADAL" clId="{04050C0F-00BE-5CD6-9848-850234EF60F3}" dt="2026-03-03T04:29:24.192" v="396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Vũ. Nguyễn Huy (7)" userId="d6e3b4f1-a4ca-4bfa-bbd2-4c02dcb156a0" providerId="ADAL" clId="{04050C0F-00BE-5CD6-9848-850234EF60F3}" dt="2026-03-03T04:29:23.034" v="395" actId="478"/>
          <ac:spMkLst>
            <pc:docMk/>
            <pc:sldMk cId="0" sldId="258"/>
            <ac:spMk id="23" creationId="{00000000-0000-0000-0000-000000000000}"/>
          </ac:spMkLst>
        </pc:spChg>
        <pc:spChg chg="del topLvl">
          <ac:chgData name="Vũ. Nguyễn Huy (7)" userId="d6e3b4f1-a4ca-4bfa-bbd2-4c02dcb156a0" providerId="ADAL" clId="{04050C0F-00BE-5CD6-9848-850234EF60F3}" dt="2026-03-03T04:29:20.395" v="393" actId="478"/>
          <ac:spMkLst>
            <pc:docMk/>
            <pc:sldMk cId="0" sldId="258"/>
            <ac:spMk id="24" creationId="{00000000-0000-0000-0000-000000000000}"/>
          </ac:spMkLst>
        </pc:spChg>
        <pc:spChg chg="mod topLvl">
          <ac:chgData name="Vũ. Nguyễn Huy (7)" userId="d6e3b4f1-a4ca-4bfa-bbd2-4c02dcb156a0" providerId="ADAL" clId="{04050C0F-00BE-5CD6-9848-850234EF60F3}" dt="2026-03-03T04:29:33.503" v="398" actId="14100"/>
          <ac:spMkLst>
            <pc:docMk/>
            <pc:sldMk cId="0" sldId="258"/>
            <ac:spMk id="25" creationId="{00000000-0000-0000-0000-000000000000}"/>
          </ac:spMkLst>
        </pc:spChg>
        <pc:spChg chg="mod topLvl">
          <ac:chgData name="Vũ. Nguyễn Huy (7)" userId="d6e3b4f1-a4ca-4bfa-bbd2-4c02dcb156a0" providerId="ADAL" clId="{04050C0F-00BE-5CD6-9848-850234EF60F3}" dt="2026-03-03T04:36:21.452" v="455" actId="20577"/>
          <ac:spMkLst>
            <pc:docMk/>
            <pc:sldMk cId="0" sldId="258"/>
            <ac:spMk id="26" creationId="{00000000-0000-0000-0000-000000000000}"/>
          </ac:spMkLst>
        </pc:spChg>
        <pc:spChg chg="add del mod">
          <ac:chgData name="Vũ. Nguyễn Huy (7)" userId="d6e3b4f1-a4ca-4bfa-bbd2-4c02dcb156a0" providerId="ADAL" clId="{04050C0F-00BE-5CD6-9848-850234EF60F3}" dt="2026-03-03T04:32:02.366" v="414" actId="14100"/>
          <ac:spMkLst>
            <pc:docMk/>
            <pc:sldMk cId="0" sldId="258"/>
            <ac:spMk id="27" creationId="{00000000-0000-0000-0000-000000000000}"/>
          </ac:spMkLst>
        </pc:spChg>
        <pc:spChg chg="del topLvl">
          <ac:chgData name="Vũ. Nguyễn Huy (7)" userId="d6e3b4f1-a4ca-4bfa-bbd2-4c02dcb156a0" providerId="ADAL" clId="{04050C0F-00BE-5CD6-9848-850234EF60F3}" dt="2026-03-03T04:31:25.582" v="405" actId="478"/>
          <ac:spMkLst>
            <pc:docMk/>
            <pc:sldMk cId="0" sldId="258"/>
            <ac:spMk id="28" creationId="{00000000-0000-0000-0000-000000000000}"/>
          </ac:spMkLst>
        </pc:spChg>
        <pc:spChg chg="add del">
          <ac:chgData name="Vũ. Nguyễn Huy (7)" userId="d6e3b4f1-a4ca-4bfa-bbd2-4c02dcb156a0" providerId="ADAL" clId="{04050C0F-00BE-5CD6-9848-850234EF60F3}" dt="2026-03-03T04:31:36.938" v="409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Vũ. Nguyễn Huy (7)" userId="d6e3b4f1-a4ca-4bfa-bbd2-4c02dcb156a0" providerId="ADAL" clId="{04050C0F-00BE-5CD6-9848-850234EF60F3}" dt="2026-03-03T04:31:35.556" v="408" actId="478"/>
          <ac:spMkLst>
            <pc:docMk/>
            <pc:sldMk cId="0" sldId="258"/>
            <ac:spMk id="30" creationId="{00000000-0000-0000-0000-000000000000}"/>
          </ac:spMkLst>
        </pc:spChg>
        <pc:spChg chg="del topLvl">
          <ac:chgData name="Vũ. Nguyễn Huy (7)" userId="d6e3b4f1-a4ca-4bfa-bbd2-4c02dcb156a0" providerId="ADAL" clId="{04050C0F-00BE-5CD6-9848-850234EF60F3}" dt="2026-03-03T04:31:38.873" v="410" actId="478"/>
          <ac:spMkLst>
            <pc:docMk/>
            <pc:sldMk cId="0" sldId="258"/>
            <ac:spMk id="31" creationId="{00000000-0000-0000-0000-000000000000}"/>
          </ac:spMkLst>
        </pc:spChg>
        <pc:spChg chg="mod topLvl">
          <ac:chgData name="Vũ. Nguyễn Huy (7)" userId="d6e3b4f1-a4ca-4bfa-bbd2-4c02dcb156a0" providerId="ADAL" clId="{04050C0F-00BE-5CD6-9848-850234EF60F3}" dt="2026-03-03T04:31:58.393" v="413" actId="14100"/>
          <ac:spMkLst>
            <pc:docMk/>
            <pc:sldMk cId="0" sldId="258"/>
            <ac:spMk id="32" creationId="{00000000-0000-0000-0000-000000000000}"/>
          </ac:spMkLst>
        </pc:spChg>
        <pc:spChg chg="mod topLvl">
          <ac:chgData name="Vũ. Nguyễn Huy (7)" userId="d6e3b4f1-a4ca-4bfa-bbd2-4c02dcb156a0" providerId="ADAL" clId="{04050C0F-00BE-5CD6-9848-850234EF60F3}" dt="2026-03-03T04:31:53.041" v="412" actId="14100"/>
          <ac:spMkLst>
            <pc:docMk/>
            <pc:sldMk cId="0" sldId="258"/>
            <ac:spMk id="3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3:55.992" v="430" actId="14100"/>
          <ac:spMkLst>
            <pc:docMk/>
            <pc:sldMk cId="0" sldId="258"/>
            <ac:spMk id="34" creationId="{00000000-0000-0000-0000-000000000000}"/>
          </ac:spMkLst>
        </pc:spChg>
        <pc:spChg chg="add del mod">
          <ac:chgData name="Vũ. Nguyễn Huy (7)" userId="d6e3b4f1-a4ca-4bfa-bbd2-4c02dcb156a0" providerId="ADAL" clId="{04050C0F-00BE-5CD6-9848-850234EF60F3}" dt="2026-03-03T04:26:40.039" v="364" actId="11529"/>
          <ac:spMkLst>
            <pc:docMk/>
            <pc:sldMk cId="0" sldId="258"/>
            <ac:spMk id="40" creationId="{7C8B7772-97D9-EFE4-9A03-D95FC5A947B8}"/>
          </ac:spMkLst>
        </pc:spChg>
        <pc:grpChg chg="add del">
          <ac:chgData name="Vũ. Nguyễn Huy (7)" userId="d6e3b4f1-a4ca-4bfa-bbd2-4c02dcb156a0" providerId="ADAL" clId="{04050C0F-00BE-5CD6-9848-850234EF60F3}" dt="2026-03-03T04:26:42.536" v="369" actId="164"/>
          <ac:grpSpMkLst>
            <pc:docMk/>
            <pc:sldMk cId="0" sldId="258"/>
            <ac:grpSpMk id="36" creationId="{66B92C25-BF86-1D7F-6100-6AA014129400}"/>
          </ac:grpSpMkLst>
        </pc:grpChg>
        <pc:grpChg chg="add del">
          <ac:chgData name="Vũ. Nguyễn Huy (7)" userId="d6e3b4f1-a4ca-4bfa-bbd2-4c02dcb156a0" providerId="ADAL" clId="{04050C0F-00BE-5CD6-9848-850234EF60F3}" dt="2026-03-03T04:26:42.275" v="368" actId="164"/>
          <ac:grpSpMkLst>
            <pc:docMk/>
            <pc:sldMk cId="0" sldId="258"/>
            <ac:grpSpMk id="37" creationId="{571A0B3A-C921-A1E9-A057-3631507655BD}"/>
          </ac:grpSpMkLst>
        </pc:grpChg>
        <pc:grpChg chg="add del">
          <ac:chgData name="Vũ. Nguyễn Huy (7)" userId="d6e3b4f1-a4ca-4bfa-bbd2-4c02dcb156a0" providerId="ADAL" clId="{04050C0F-00BE-5CD6-9848-850234EF60F3}" dt="2026-03-03T04:26:41.688" v="367" actId="164"/>
          <ac:grpSpMkLst>
            <pc:docMk/>
            <pc:sldMk cId="0" sldId="258"/>
            <ac:grpSpMk id="38" creationId="{61F57668-669E-3567-E54B-1E923A069E41}"/>
          </ac:grpSpMkLst>
        </pc:grpChg>
        <pc:grpChg chg="add del">
          <ac:chgData name="Vũ. Nguyễn Huy (7)" userId="d6e3b4f1-a4ca-4bfa-bbd2-4c02dcb156a0" providerId="ADAL" clId="{04050C0F-00BE-5CD6-9848-850234EF60F3}" dt="2026-03-03T04:26:41.422" v="366" actId="164"/>
          <ac:grpSpMkLst>
            <pc:docMk/>
            <pc:sldMk cId="0" sldId="258"/>
            <ac:grpSpMk id="39" creationId="{2A109D59-B053-30A7-BD6A-606DA5A61E10}"/>
          </ac:grpSpMkLst>
        </pc:grpChg>
        <pc:grpChg chg="add mod">
          <ac:chgData name="Vũ. Nguyễn Huy (7)" userId="d6e3b4f1-a4ca-4bfa-bbd2-4c02dcb156a0" providerId="ADAL" clId="{04050C0F-00BE-5CD6-9848-850234EF60F3}" dt="2026-03-03T04:42:44.748" v="1042" actId="1036"/>
          <ac:grpSpMkLst>
            <pc:docMk/>
            <pc:sldMk cId="0" sldId="258"/>
            <ac:grpSpMk id="41" creationId="{4203D15E-1B3D-ECD4-33FD-27F229E57CB5}"/>
          </ac:grpSpMkLst>
        </pc:grpChg>
        <pc:grpChg chg="add mod">
          <ac:chgData name="Vũ. Nguyễn Huy (7)" userId="d6e3b4f1-a4ca-4bfa-bbd2-4c02dcb156a0" providerId="ADAL" clId="{04050C0F-00BE-5CD6-9848-850234EF60F3}" dt="2026-03-03T04:42:44.748" v="1042" actId="1036"/>
          <ac:grpSpMkLst>
            <pc:docMk/>
            <pc:sldMk cId="0" sldId="258"/>
            <ac:grpSpMk id="42" creationId="{3175C9F6-D9BC-6FF7-401C-733BD6648151}"/>
          </ac:grpSpMkLst>
        </pc:grpChg>
        <pc:grpChg chg="add mod">
          <ac:chgData name="Vũ. Nguyễn Huy (7)" userId="d6e3b4f1-a4ca-4bfa-bbd2-4c02dcb156a0" providerId="ADAL" clId="{04050C0F-00BE-5CD6-9848-850234EF60F3}" dt="2026-03-03T04:42:44.748" v="1042" actId="1036"/>
          <ac:grpSpMkLst>
            <pc:docMk/>
            <pc:sldMk cId="0" sldId="258"/>
            <ac:grpSpMk id="43" creationId="{2EFEA6B9-2784-475E-0262-22B0A31D93D3}"/>
          </ac:grpSpMkLst>
        </pc:grpChg>
        <pc:grpChg chg="add mod">
          <ac:chgData name="Vũ. Nguyễn Huy (7)" userId="d6e3b4f1-a4ca-4bfa-bbd2-4c02dcb156a0" providerId="ADAL" clId="{04050C0F-00BE-5CD6-9848-850234EF60F3}" dt="2026-03-03T04:42:44.748" v="1042" actId="1036"/>
          <ac:grpSpMkLst>
            <pc:docMk/>
            <pc:sldMk cId="0" sldId="258"/>
            <ac:grpSpMk id="44" creationId="{1DF671B8-5AC7-6BB9-17EA-A8C0474C1699}"/>
          </ac:grpSpMkLst>
        </pc:grpChg>
        <pc:grpChg chg="add mod">
          <ac:chgData name="Vũ. Nguyễn Huy (7)" userId="d6e3b4f1-a4ca-4bfa-bbd2-4c02dcb156a0" providerId="ADAL" clId="{04050C0F-00BE-5CD6-9848-850234EF60F3}" dt="2026-03-03T04:33:41.987" v="428" actId="1076"/>
          <ac:grpSpMkLst>
            <pc:docMk/>
            <pc:sldMk cId="0" sldId="258"/>
            <ac:grpSpMk id="45" creationId="{5FE177DC-ED25-FF4F-9DB6-7019FDDBE14F}"/>
          </ac:grpSpMkLst>
        </pc:grpChg>
        <pc:grpChg chg="add mod">
          <ac:chgData name="Vũ. Nguyễn Huy (7)" userId="d6e3b4f1-a4ca-4bfa-bbd2-4c02dcb156a0" providerId="ADAL" clId="{04050C0F-00BE-5CD6-9848-850234EF60F3}" dt="2026-03-03T04:36:00.123" v="450" actId="1076"/>
          <ac:grpSpMkLst>
            <pc:docMk/>
            <pc:sldMk cId="0" sldId="258"/>
            <ac:grpSpMk id="46" creationId="{4414E56D-90AE-83A5-CB81-6A04CCAEB47C}"/>
          </ac:grpSpMkLst>
        </pc:grpChg>
        <pc:picChg chg="add mod">
          <ac:chgData name="Vũ. Nguyễn Huy (7)" userId="d6e3b4f1-a4ca-4bfa-bbd2-4c02dcb156a0" providerId="ADAL" clId="{04050C0F-00BE-5CD6-9848-850234EF60F3}" dt="2026-03-03T04:42:56.127" v="1043" actId="1076"/>
          <ac:picMkLst>
            <pc:docMk/>
            <pc:sldMk cId="0" sldId="258"/>
            <ac:picMk id="47" creationId="{F29C59F6-9C19-EA09-C2F5-9AB6084A403F}"/>
          </ac:picMkLst>
        </pc:picChg>
      </pc:sldChg>
      <pc:sldChg chg="addSp modSp mod">
        <pc:chgData name="Vũ. Nguyễn Huy (7)" userId="d6e3b4f1-a4ca-4bfa-bbd2-4c02dcb156a0" providerId="ADAL" clId="{04050C0F-00BE-5CD6-9848-850234EF60F3}" dt="2026-03-03T04:43:08.504" v="1045" actId="1076"/>
        <pc:sldMkLst>
          <pc:docMk/>
          <pc:sldMk cId="0" sldId="259"/>
        </pc:sldMkLst>
        <pc:spChg chg="mod">
          <ac:chgData name="Vũ. Nguyễn Huy (7)" userId="d6e3b4f1-a4ca-4bfa-bbd2-4c02dcb156a0" providerId="ADAL" clId="{04050C0F-00BE-5CD6-9848-850234EF60F3}" dt="2026-03-03T04:37:44.224" v="605" actId="10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7:44.224" v="605" actId="10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7:13.506" v="540" actId="1036"/>
          <ac:spMkLst>
            <pc:docMk/>
            <pc:sldMk cId="0" sldId="259"/>
            <ac:spMk id="15" creationId="{00000000-0000-0000-0000-000000000000}"/>
          </ac:spMkLst>
        </pc:spChg>
        <pc:grpChg chg="add mod">
          <ac:chgData name="Vũ. Nguyễn Huy (7)" userId="d6e3b4f1-a4ca-4bfa-bbd2-4c02dcb156a0" providerId="ADAL" clId="{04050C0F-00BE-5CD6-9848-850234EF60F3}" dt="2026-03-03T04:37:07.238" v="502" actId="1036"/>
          <ac:grpSpMkLst>
            <pc:docMk/>
            <pc:sldMk cId="0" sldId="259"/>
            <ac:grpSpMk id="26" creationId="{FF78FC0E-029F-9D1F-96AC-17DD7AF57BC7}"/>
          </ac:grpSpMkLst>
        </pc:grpChg>
        <pc:grpChg chg="add mod">
          <ac:chgData name="Vũ. Nguyễn Huy (7)" userId="d6e3b4f1-a4ca-4bfa-bbd2-4c02dcb156a0" providerId="ADAL" clId="{04050C0F-00BE-5CD6-9848-850234EF60F3}" dt="2026-03-03T04:37:07.238" v="502" actId="1036"/>
          <ac:grpSpMkLst>
            <pc:docMk/>
            <pc:sldMk cId="0" sldId="259"/>
            <ac:grpSpMk id="27" creationId="{22D4E989-12BB-F6B2-41D1-B634EC7C9C85}"/>
          </ac:grpSpMkLst>
        </pc:grpChg>
        <pc:grpChg chg="add mod">
          <ac:chgData name="Vũ. Nguyễn Huy (7)" userId="d6e3b4f1-a4ca-4bfa-bbd2-4c02dcb156a0" providerId="ADAL" clId="{04050C0F-00BE-5CD6-9848-850234EF60F3}" dt="2026-03-03T04:37:07.238" v="502" actId="1036"/>
          <ac:grpSpMkLst>
            <pc:docMk/>
            <pc:sldMk cId="0" sldId="259"/>
            <ac:grpSpMk id="28" creationId="{77E4DC2C-BDB3-FB5F-BD84-86AB93C44978}"/>
          </ac:grpSpMkLst>
        </pc:grpChg>
        <pc:grpChg chg="add mod">
          <ac:chgData name="Vũ. Nguyễn Huy (7)" userId="d6e3b4f1-a4ca-4bfa-bbd2-4c02dcb156a0" providerId="ADAL" clId="{04050C0F-00BE-5CD6-9848-850234EF60F3}" dt="2026-03-03T04:37:07.238" v="502" actId="1036"/>
          <ac:grpSpMkLst>
            <pc:docMk/>
            <pc:sldMk cId="0" sldId="259"/>
            <ac:grpSpMk id="29" creationId="{588E0664-A5D4-D87D-C200-63BECEE088D2}"/>
          </ac:grpSpMkLst>
        </pc:grpChg>
        <pc:grpChg chg="add mod">
          <ac:chgData name="Vũ. Nguyễn Huy (7)" userId="d6e3b4f1-a4ca-4bfa-bbd2-4c02dcb156a0" providerId="ADAL" clId="{04050C0F-00BE-5CD6-9848-850234EF60F3}" dt="2026-03-03T04:37:07.238" v="502" actId="1036"/>
          <ac:grpSpMkLst>
            <pc:docMk/>
            <pc:sldMk cId="0" sldId="259"/>
            <ac:grpSpMk id="30" creationId="{7D5635D6-C0EA-F050-05E2-5BA4BCFE00B0}"/>
          </ac:grpSpMkLst>
        </pc:grpChg>
        <pc:grpChg chg="add mod">
          <ac:chgData name="Vũ. Nguyễn Huy (7)" userId="d6e3b4f1-a4ca-4bfa-bbd2-4c02dcb156a0" providerId="ADAL" clId="{04050C0F-00BE-5CD6-9848-850234EF60F3}" dt="2026-03-03T04:37:37.811" v="576" actId="1036"/>
          <ac:grpSpMkLst>
            <pc:docMk/>
            <pc:sldMk cId="0" sldId="259"/>
            <ac:grpSpMk id="31" creationId="{01D106D0-5464-08EF-5952-B534D71294BB}"/>
          </ac:grpSpMkLst>
        </pc:grpChg>
        <pc:grpChg chg="add mod">
          <ac:chgData name="Vũ. Nguyễn Huy (7)" userId="d6e3b4f1-a4ca-4bfa-bbd2-4c02dcb156a0" providerId="ADAL" clId="{04050C0F-00BE-5CD6-9848-850234EF60F3}" dt="2026-03-03T04:37:37.811" v="576" actId="1036"/>
          <ac:grpSpMkLst>
            <pc:docMk/>
            <pc:sldMk cId="0" sldId="259"/>
            <ac:grpSpMk id="32" creationId="{66E5EFC0-4A3F-CFEB-C90B-229D8F0BF004}"/>
          </ac:grpSpMkLst>
        </pc:grpChg>
        <pc:grpChg chg="add mod">
          <ac:chgData name="Vũ. Nguyễn Huy (7)" userId="d6e3b4f1-a4ca-4bfa-bbd2-4c02dcb156a0" providerId="ADAL" clId="{04050C0F-00BE-5CD6-9848-850234EF60F3}" dt="2026-03-03T04:37:37.811" v="576" actId="1036"/>
          <ac:grpSpMkLst>
            <pc:docMk/>
            <pc:sldMk cId="0" sldId="259"/>
            <ac:grpSpMk id="33" creationId="{1027406D-E6CE-A3FD-7F3E-8D7D86E651C4}"/>
          </ac:grpSpMkLst>
        </pc:grpChg>
        <pc:grpChg chg="add mod">
          <ac:chgData name="Vũ. Nguyễn Huy (7)" userId="d6e3b4f1-a4ca-4bfa-bbd2-4c02dcb156a0" providerId="ADAL" clId="{04050C0F-00BE-5CD6-9848-850234EF60F3}" dt="2026-03-03T04:37:53.751" v="621" actId="1036"/>
          <ac:grpSpMkLst>
            <pc:docMk/>
            <pc:sldMk cId="0" sldId="259"/>
            <ac:grpSpMk id="34" creationId="{26F454EF-02BA-3C07-80D2-2334C5BF11F9}"/>
          </ac:grpSpMkLst>
        </pc:grpChg>
        <pc:picChg chg="add mod">
          <ac:chgData name="Vũ. Nguyễn Huy (7)" userId="d6e3b4f1-a4ca-4bfa-bbd2-4c02dcb156a0" providerId="ADAL" clId="{04050C0F-00BE-5CD6-9848-850234EF60F3}" dt="2026-03-03T04:43:08.504" v="1045" actId="1076"/>
          <ac:picMkLst>
            <pc:docMk/>
            <pc:sldMk cId="0" sldId="259"/>
            <ac:picMk id="35" creationId="{8E523DB2-839E-05F6-130A-229D727214F2}"/>
          </ac:picMkLst>
        </pc:picChg>
      </pc:sldChg>
      <pc:sldChg chg="addSp delSp modSp mod">
        <pc:chgData name="Vũ. Nguyễn Huy (7)" userId="d6e3b4f1-a4ca-4bfa-bbd2-4c02dcb156a0" providerId="ADAL" clId="{04050C0F-00BE-5CD6-9848-850234EF60F3}" dt="2026-03-03T04:43:40.455" v="1083" actId="1035"/>
        <pc:sldMkLst>
          <pc:docMk/>
          <pc:sldMk cId="0" sldId="260"/>
        </pc:sldMkLst>
        <pc:spChg chg="mod">
          <ac:chgData name="Vũ. Nguyễn Huy (7)" userId="d6e3b4f1-a4ca-4bfa-bbd2-4c02dcb156a0" providerId="ADAL" clId="{04050C0F-00BE-5CD6-9848-850234EF60F3}" dt="2026-03-03T04:39:07.021" v="704" actId="10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07.021" v="704" actId="1036"/>
          <ac:spMkLst>
            <pc:docMk/>
            <pc:sldMk cId="0" sldId="260"/>
            <ac:spMk id="5" creationId="{00000000-0000-0000-0000-000000000000}"/>
          </ac:spMkLst>
        </pc:spChg>
        <pc:spChg chg="add del mod">
          <ac:chgData name="Vũ. Nguyễn Huy (7)" userId="d6e3b4f1-a4ca-4bfa-bbd2-4c02dcb156a0" providerId="ADAL" clId="{04050C0F-00BE-5CD6-9848-850234EF60F3}" dt="2026-03-03T04:38:50.763" v="655" actId="478"/>
          <ac:spMkLst>
            <pc:docMk/>
            <pc:sldMk cId="0" sldId="260"/>
            <ac:spMk id="29" creationId="{D1D58DFB-7F94-A3AE-22DC-9866F2440671}"/>
          </ac:spMkLst>
        </pc:spChg>
        <pc:grpChg chg="add mod">
          <ac:chgData name="Vũ. Nguyễn Huy (7)" userId="d6e3b4f1-a4ca-4bfa-bbd2-4c02dcb156a0" providerId="ADAL" clId="{04050C0F-00BE-5CD6-9848-850234EF60F3}" dt="2026-03-03T04:43:37.060" v="1075" actId="1036"/>
          <ac:grpSpMkLst>
            <pc:docMk/>
            <pc:sldMk cId="0" sldId="260"/>
            <ac:grpSpMk id="24" creationId="{1E657CB0-3637-B1BC-C393-0816191A6B93}"/>
          </ac:grpSpMkLst>
        </pc:grpChg>
        <pc:grpChg chg="add mod">
          <ac:chgData name="Vũ. Nguyễn Huy (7)" userId="d6e3b4f1-a4ca-4bfa-bbd2-4c02dcb156a0" providerId="ADAL" clId="{04050C0F-00BE-5CD6-9848-850234EF60F3}" dt="2026-03-03T04:43:32.490" v="1060" actId="1036"/>
          <ac:grpSpMkLst>
            <pc:docMk/>
            <pc:sldMk cId="0" sldId="260"/>
            <ac:grpSpMk id="25" creationId="{4D33A777-B81B-9336-D6A7-BE7AA23737C4}"/>
          </ac:grpSpMkLst>
        </pc:grpChg>
        <pc:grpChg chg="add mod">
          <ac:chgData name="Vũ. Nguyễn Huy (7)" userId="d6e3b4f1-a4ca-4bfa-bbd2-4c02dcb156a0" providerId="ADAL" clId="{04050C0F-00BE-5CD6-9848-850234EF60F3}" dt="2026-03-03T04:43:32.490" v="1060" actId="1036"/>
          <ac:grpSpMkLst>
            <pc:docMk/>
            <pc:sldMk cId="0" sldId="260"/>
            <ac:grpSpMk id="26" creationId="{F05D99F1-F219-6AC0-7C52-DB3F9FE9569C}"/>
          </ac:grpSpMkLst>
        </pc:grpChg>
        <pc:grpChg chg="add mod">
          <ac:chgData name="Vũ. Nguyễn Huy (7)" userId="d6e3b4f1-a4ca-4bfa-bbd2-4c02dcb156a0" providerId="ADAL" clId="{04050C0F-00BE-5CD6-9848-850234EF60F3}" dt="2026-03-03T04:43:32.490" v="1060" actId="1036"/>
          <ac:grpSpMkLst>
            <pc:docMk/>
            <pc:sldMk cId="0" sldId="260"/>
            <ac:grpSpMk id="27" creationId="{8D45852F-9F5C-4DC2-D70B-B2298B3E3008}"/>
          </ac:grpSpMkLst>
        </pc:grpChg>
        <pc:grpChg chg="add mod">
          <ac:chgData name="Vũ. Nguyễn Huy (7)" userId="d6e3b4f1-a4ca-4bfa-bbd2-4c02dcb156a0" providerId="ADAL" clId="{04050C0F-00BE-5CD6-9848-850234EF60F3}" dt="2026-03-03T04:43:32.490" v="1060" actId="1036"/>
          <ac:grpSpMkLst>
            <pc:docMk/>
            <pc:sldMk cId="0" sldId="260"/>
            <ac:grpSpMk id="28" creationId="{01CC0E1C-3ADC-BD55-B229-1791E96E097E}"/>
          </ac:grpSpMkLst>
        </pc:grpChg>
        <pc:grpChg chg="add mod">
          <ac:chgData name="Vũ. Nguyễn Huy (7)" userId="d6e3b4f1-a4ca-4bfa-bbd2-4c02dcb156a0" providerId="ADAL" clId="{04050C0F-00BE-5CD6-9848-850234EF60F3}" dt="2026-03-03T04:39:13.941" v="718" actId="1036"/>
          <ac:grpSpMkLst>
            <pc:docMk/>
            <pc:sldMk cId="0" sldId="260"/>
            <ac:grpSpMk id="30" creationId="{D09FB93C-30FE-7F1D-C5D2-09916BC6E627}"/>
          </ac:grpSpMkLst>
        </pc:grpChg>
        <pc:picChg chg="add mod">
          <ac:chgData name="Vũ. Nguyễn Huy (7)" userId="d6e3b4f1-a4ca-4bfa-bbd2-4c02dcb156a0" providerId="ADAL" clId="{04050C0F-00BE-5CD6-9848-850234EF60F3}" dt="2026-03-03T04:43:40.455" v="1083" actId="1035"/>
          <ac:picMkLst>
            <pc:docMk/>
            <pc:sldMk cId="0" sldId="260"/>
            <ac:picMk id="31" creationId="{78AB659A-02D3-3A4F-AF74-9F61C8DBDB78}"/>
          </ac:picMkLst>
        </pc:picChg>
      </pc:sldChg>
      <pc:sldChg chg="addSp modSp mod">
        <pc:chgData name="Vũ. Nguyễn Huy (7)" userId="d6e3b4f1-a4ca-4bfa-bbd2-4c02dcb156a0" providerId="ADAL" clId="{04050C0F-00BE-5CD6-9848-850234EF60F3}" dt="2026-03-03T04:43:53.080" v="1085" actId="1076"/>
        <pc:sldMkLst>
          <pc:docMk/>
          <pc:sldMk cId="0" sldId="261"/>
        </pc:sldMkLst>
        <pc:spChg chg="mod">
          <ac:chgData name="Vũ. Nguyễn Huy (7)" userId="d6e3b4f1-a4ca-4bfa-bbd2-4c02dcb156a0" providerId="ADAL" clId="{04050C0F-00BE-5CD6-9848-850234EF60F3}" dt="2026-03-03T04:40:11.811" v="831" actId="10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0:11.811" v="831" actId="10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39:48.665" v="797" actId="1036"/>
          <ac:spMkLst>
            <pc:docMk/>
            <pc:sldMk cId="0" sldId="261"/>
            <ac:spMk id="33" creationId="{00000000-0000-0000-0000-000000000000}"/>
          </ac:spMkLst>
        </pc:spChg>
        <pc:grpChg chg="add mod">
          <ac:chgData name="Vũ. Nguyễn Huy (7)" userId="d6e3b4f1-a4ca-4bfa-bbd2-4c02dcb156a0" providerId="ADAL" clId="{04050C0F-00BE-5CD6-9848-850234EF60F3}" dt="2026-03-03T04:39:37.026" v="757" actId="1036"/>
          <ac:grpSpMkLst>
            <pc:docMk/>
            <pc:sldMk cId="0" sldId="261"/>
            <ac:grpSpMk id="43" creationId="{8D74F252-8255-CF0E-0D87-670DA0358D8D}"/>
          </ac:grpSpMkLst>
        </pc:grpChg>
        <pc:grpChg chg="add mod">
          <ac:chgData name="Vũ. Nguyễn Huy (7)" userId="d6e3b4f1-a4ca-4bfa-bbd2-4c02dcb156a0" providerId="ADAL" clId="{04050C0F-00BE-5CD6-9848-850234EF60F3}" dt="2026-03-03T04:40:07.804" v="814" actId="1076"/>
          <ac:grpSpMkLst>
            <pc:docMk/>
            <pc:sldMk cId="0" sldId="261"/>
            <ac:grpSpMk id="44" creationId="{401B335E-7C49-5661-5BB4-9F3773A12F3D}"/>
          </ac:grpSpMkLst>
        </pc:grpChg>
        <pc:picChg chg="add mod">
          <ac:chgData name="Vũ. Nguyễn Huy (7)" userId="d6e3b4f1-a4ca-4bfa-bbd2-4c02dcb156a0" providerId="ADAL" clId="{04050C0F-00BE-5CD6-9848-850234EF60F3}" dt="2026-03-03T04:43:53.080" v="1085" actId="1076"/>
          <ac:picMkLst>
            <pc:docMk/>
            <pc:sldMk cId="0" sldId="261"/>
            <ac:picMk id="45" creationId="{B24D1D6B-077C-B838-41CB-533142040B2A}"/>
          </ac:picMkLst>
        </pc:picChg>
      </pc:sldChg>
      <pc:sldChg chg="addSp modSp mod">
        <pc:chgData name="Vũ. Nguyễn Huy (7)" userId="d6e3b4f1-a4ca-4bfa-bbd2-4c02dcb156a0" providerId="ADAL" clId="{04050C0F-00BE-5CD6-9848-850234EF60F3}" dt="2026-03-03T04:41:53.275" v="1009" actId="1076"/>
        <pc:sldMkLst>
          <pc:docMk/>
          <pc:sldMk cId="0" sldId="262"/>
        </pc:sldMkLst>
        <pc:spChg chg="mod">
          <ac:chgData name="Vũ. Nguyễn Huy (7)" userId="d6e3b4f1-a4ca-4bfa-bbd2-4c02dcb156a0" providerId="ADAL" clId="{04050C0F-00BE-5CD6-9848-850234EF60F3}" dt="2026-03-03T04:41:18.818" v="983" actId="10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8.818" v="983" actId="10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1:12.314" v="955" actId="1036"/>
          <ac:spMkLst>
            <pc:docMk/>
            <pc:sldMk cId="0" sldId="262"/>
            <ac:spMk id="26" creationId="{00000000-0000-0000-0000-000000000000}"/>
          </ac:spMkLst>
        </pc:spChg>
        <pc:grpChg chg="add mod">
          <ac:chgData name="Vũ. Nguyễn Huy (7)" userId="d6e3b4f1-a4ca-4bfa-bbd2-4c02dcb156a0" providerId="ADAL" clId="{04050C0F-00BE-5CD6-9848-850234EF60F3}" dt="2026-03-03T04:40:35.840" v="870" actId="1036"/>
          <ac:grpSpMkLst>
            <pc:docMk/>
            <pc:sldMk cId="0" sldId="262"/>
            <ac:grpSpMk id="35" creationId="{761EE031-20FE-9992-2591-F6E62D557223}"/>
          </ac:grpSpMkLst>
        </pc:grpChg>
        <pc:grpChg chg="add mod">
          <ac:chgData name="Vũ. Nguyễn Huy (7)" userId="d6e3b4f1-a4ca-4bfa-bbd2-4c02dcb156a0" providerId="ADAL" clId="{04050C0F-00BE-5CD6-9848-850234EF60F3}" dt="2026-03-03T04:41:01.249" v="922" actId="1036"/>
          <ac:grpSpMkLst>
            <pc:docMk/>
            <pc:sldMk cId="0" sldId="262"/>
            <ac:grpSpMk id="36" creationId="{78DE8FBE-41E7-6072-428F-37F1F44872A2}"/>
          </ac:grpSpMkLst>
        </pc:grpChg>
        <pc:grpChg chg="add mod">
          <ac:chgData name="Vũ. Nguyễn Huy (7)" userId="d6e3b4f1-a4ca-4bfa-bbd2-4c02dcb156a0" providerId="ADAL" clId="{04050C0F-00BE-5CD6-9848-850234EF60F3}" dt="2026-03-03T04:41:01.249" v="922" actId="1036"/>
          <ac:grpSpMkLst>
            <pc:docMk/>
            <pc:sldMk cId="0" sldId="262"/>
            <ac:grpSpMk id="37" creationId="{0D358E69-70A6-4F5F-5CBA-A6C021893932}"/>
          </ac:grpSpMkLst>
        </pc:grpChg>
        <pc:grpChg chg="add mod">
          <ac:chgData name="Vũ. Nguyễn Huy (7)" userId="d6e3b4f1-a4ca-4bfa-bbd2-4c02dcb156a0" providerId="ADAL" clId="{04050C0F-00BE-5CD6-9848-850234EF60F3}" dt="2026-03-03T04:41:01.249" v="922" actId="1036"/>
          <ac:grpSpMkLst>
            <pc:docMk/>
            <pc:sldMk cId="0" sldId="262"/>
            <ac:grpSpMk id="38" creationId="{391DB047-1862-9A81-9551-655BD4D9D4A1}"/>
          </ac:grpSpMkLst>
        </pc:grpChg>
        <pc:grpChg chg="add mod">
          <ac:chgData name="Vũ. Nguyễn Huy (7)" userId="d6e3b4f1-a4ca-4bfa-bbd2-4c02dcb156a0" providerId="ADAL" clId="{04050C0F-00BE-5CD6-9848-850234EF60F3}" dt="2026-03-03T04:41:25.873" v="1005" actId="1036"/>
          <ac:grpSpMkLst>
            <pc:docMk/>
            <pc:sldMk cId="0" sldId="262"/>
            <ac:grpSpMk id="39" creationId="{7A91C410-BEEB-FCDE-663A-2E7EDF407D72}"/>
          </ac:grpSpMkLst>
        </pc:grpChg>
        <pc:picChg chg="add mod">
          <ac:chgData name="Vũ. Nguyễn Huy (7)" userId="d6e3b4f1-a4ca-4bfa-bbd2-4c02dcb156a0" providerId="ADAL" clId="{04050C0F-00BE-5CD6-9848-850234EF60F3}" dt="2026-03-03T04:41:53.275" v="1009" actId="1076"/>
          <ac:picMkLst>
            <pc:docMk/>
            <pc:sldMk cId="0" sldId="262"/>
            <ac:picMk id="41" creationId="{35287C0B-95F1-3952-E140-628681A9FABD}"/>
          </ac:picMkLst>
        </pc:picChg>
      </pc:sldChg>
      <pc:sldChg chg="addSp delSp modSp mod">
        <pc:chgData name="Vũ. Nguyễn Huy (7)" userId="d6e3b4f1-a4ca-4bfa-bbd2-4c02dcb156a0" providerId="ADAL" clId="{04050C0F-00BE-5CD6-9848-850234EF60F3}" dt="2026-03-03T04:45:06.613" v="1209" actId="1076"/>
        <pc:sldMkLst>
          <pc:docMk/>
          <pc:sldMk cId="0" sldId="263"/>
        </pc:sldMkLst>
        <pc:spChg chg="mod">
          <ac:chgData name="Vũ. Nguyễn Huy (7)" userId="d6e3b4f1-a4ca-4bfa-bbd2-4c02dcb156a0" providerId="ADAL" clId="{04050C0F-00BE-5CD6-9848-850234EF60F3}" dt="2026-03-03T04:44:56.970" v="1207" actId="122"/>
          <ac:spMkLst>
            <pc:docMk/>
            <pc:sldMk cId="0" sldId="263"/>
            <ac:spMk id="2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56.970" v="1207" actId="122"/>
          <ac:spMkLst>
            <pc:docMk/>
            <pc:sldMk cId="0" sldId="263"/>
            <ac:spMk id="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51.866" v="1206" actId="10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51.866" v="1206" actId="10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29.956" v="1175" actId="10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11.516" v="1137" actId="1036"/>
          <ac:spMkLst>
            <pc:docMk/>
            <pc:sldMk cId="0" sldId="263"/>
            <ac:spMk id="3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4:11.516" v="1137" actId="1036"/>
          <ac:spMkLst>
            <pc:docMk/>
            <pc:sldMk cId="0" sldId="263"/>
            <ac:spMk id="35" creationId="{00000000-0000-0000-0000-000000000000}"/>
          </ac:spMkLst>
        </pc:spChg>
        <pc:spChg chg="add del mod">
          <ac:chgData name="Vũ. Nguyễn Huy (7)" userId="d6e3b4f1-a4ca-4bfa-bbd2-4c02dcb156a0" providerId="ADAL" clId="{04050C0F-00BE-5CD6-9848-850234EF60F3}" dt="2026-03-03T04:44:20.643" v="1139" actId="478"/>
          <ac:spMkLst>
            <pc:docMk/>
            <pc:sldMk cId="0" sldId="263"/>
            <ac:spMk id="36" creationId="{054C6D85-229B-28A2-C8E4-4D01818BEC2D}"/>
          </ac:spMkLst>
        </pc:spChg>
        <pc:grpChg chg="add mod">
          <ac:chgData name="Vũ. Nguyễn Huy (7)" userId="d6e3b4f1-a4ca-4bfa-bbd2-4c02dcb156a0" providerId="ADAL" clId="{04050C0F-00BE-5CD6-9848-850234EF60F3}" dt="2026-03-03T04:45:06.613" v="1209" actId="1076"/>
          <ac:grpSpMkLst>
            <pc:docMk/>
            <pc:sldMk cId="0" sldId="263"/>
            <ac:grpSpMk id="38" creationId="{03605029-49A4-72F9-717B-8C2879343E92}"/>
          </ac:grpSpMkLst>
        </pc:grpChg>
        <pc:picChg chg="add mod">
          <ac:chgData name="Vũ. Nguyễn Huy (7)" userId="d6e3b4f1-a4ca-4bfa-bbd2-4c02dcb156a0" providerId="ADAL" clId="{04050C0F-00BE-5CD6-9848-850234EF60F3}" dt="2026-03-03T04:44:47.947" v="1195" actId="1076"/>
          <ac:picMkLst>
            <pc:docMk/>
            <pc:sldMk cId="0" sldId="263"/>
            <ac:picMk id="37" creationId="{C62F6CC7-EE63-061B-6960-B0EE1231F2F7}"/>
          </ac:picMkLst>
        </pc:picChg>
      </pc:sldChg>
      <pc:sldChg chg="addSp modSp mod">
        <pc:chgData name="Vũ. Nguyễn Huy (7)" userId="d6e3b4f1-a4ca-4bfa-bbd2-4c02dcb156a0" providerId="ADAL" clId="{04050C0F-00BE-5CD6-9848-850234EF60F3}" dt="2026-03-03T04:46:24.139" v="1382" actId="1076"/>
        <pc:sldMkLst>
          <pc:docMk/>
          <pc:sldMk cId="0" sldId="264"/>
        </pc:sldMkLst>
        <pc:spChg chg="mod">
          <ac:chgData name="Vũ. Nguyễn Huy (7)" userId="d6e3b4f1-a4ca-4bfa-bbd2-4c02dcb156a0" providerId="ADAL" clId="{04050C0F-00BE-5CD6-9848-850234EF60F3}" dt="2026-03-03T04:46:02.135" v="1377" actId="122"/>
          <ac:spMkLst>
            <pc:docMk/>
            <pc:sldMk cId="0" sldId="264"/>
            <ac:spMk id="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57.972" v="1376" actId="10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57.972" v="1376" actId="10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3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49.638" v="1351" actId="1036"/>
          <ac:spMkLst>
            <pc:docMk/>
            <pc:sldMk cId="0" sldId="264"/>
            <ac:spMk id="38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38.081" v="1303" actId="1036"/>
          <ac:spMkLst>
            <pc:docMk/>
            <pc:sldMk cId="0" sldId="264"/>
            <ac:spMk id="41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38.081" v="1303" actId="1036"/>
          <ac:spMkLst>
            <pc:docMk/>
            <pc:sldMk cId="0" sldId="264"/>
            <ac:spMk id="42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30.434" v="1263" actId="1036"/>
          <ac:spMkLst>
            <pc:docMk/>
            <pc:sldMk cId="0" sldId="264"/>
            <ac:spMk id="4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30.434" v="1263" actId="1036"/>
          <ac:spMkLst>
            <pc:docMk/>
            <pc:sldMk cId="0" sldId="264"/>
            <ac:spMk id="4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30.434" v="1263" actId="1036"/>
          <ac:spMkLst>
            <pc:docMk/>
            <pc:sldMk cId="0" sldId="264"/>
            <ac:spMk id="4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30.434" v="1263" actId="1036"/>
          <ac:spMkLst>
            <pc:docMk/>
            <pc:sldMk cId="0" sldId="264"/>
            <ac:spMk id="46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30.434" v="1263" actId="1036"/>
          <ac:spMkLst>
            <pc:docMk/>
            <pc:sldMk cId="0" sldId="264"/>
            <ac:spMk id="4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5:30.434" v="1263" actId="1036"/>
          <ac:spMkLst>
            <pc:docMk/>
            <pc:sldMk cId="0" sldId="264"/>
            <ac:spMk id="48" creationId="{00000000-0000-0000-0000-000000000000}"/>
          </ac:spMkLst>
        </pc:spChg>
        <pc:grpChg chg="add mod">
          <ac:chgData name="Vũ. Nguyễn Huy (7)" userId="d6e3b4f1-a4ca-4bfa-bbd2-4c02dcb156a0" providerId="ADAL" clId="{04050C0F-00BE-5CD6-9848-850234EF60F3}" dt="2026-03-03T04:46:24.139" v="1382" actId="1076"/>
          <ac:grpSpMkLst>
            <pc:docMk/>
            <pc:sldMk cId="0" sldId="264"/>
            <ac:grpSpMk id="49" creationId="{98120610-2DF4-B249-08A0-C2B9F73F1900}"/>
          </ac:grpSpMkLst>
        </pc:grpChg>
        <pc:picChg chg="add mod">
          <ac:chgData name="Vũ. Nguyễn Huy (7)" userId="d6e3b4f1-a4ca-4bfa-bbd2-4c02dcb156a0" providerId="ADAL" clId="{04050C0F-00BE-5CD6-9848-850234EF60F3}" dt="2026-03-03T04:46:18.334" v="1381" actId="1076"/>
          <ac:picMkLst>
            <pc:docMk/>
            <pc:sldMk cId="0" sldId="264"/>
            <ac:picMk id="50" creationId="{F88FAB95-1E70-C188-6E7F-A103C2489097}"/>
          </ac:picMkLst>
        </pc:picChg>
      </pc:sldChg>
      <pc:sldChg chg="addSp modSp mod">
        <pc:chgData name="Vũ. Nguyễn Huy (7)" userId="d6e3b4f1-a4ca-4bfa-bbd2-4c02dcb156a0" providerId="ADAL" clId="{04050C0F-00BE-5CD6-9848-850234EF60F3}" dt="2026-03-03T04:47:27.664" v="1466" actId="1076"/>
        <pc:sldMkLst>
          <pc:docMk/>
          <pc:sldMk cId="0" sldId="265"/>
        </pc:sldMkLst>
        <pc:spChg chg="mod">
          <ac:chgData name="Vũ. Nguyễn Huy (7)" userId="d6e3b4f1-a4ca-4bfa-bbd2-4c02dcb156a0" providerId="ADAL" clId="{04050C0F-00BE-5CD6-9848-850234EF60F3}" dt="2026-03-03T04:47:17.633" v="1464" actId="122"/>
          <ac:spMkLst>
            <pc:docMk/>
            <pc:sldMk cId="0" sldId="265"/>
            <ac:spMk id="2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7:17.633" v="1464" actId="122"/>
          <ac:spMkLst>
            <pc:docMk/>
            <pc:sldMk cId="0" sldId="265"/>
            <ac:spMk id="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7:13.017" v="1463" actId="10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7:13.017" v="1463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7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8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59.565" v="1438" actId="103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46.266" v="1411" actId="103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Vũ. Nguyễn Huy (7)" userId="d6e3b4f1-a4ca-4bfa-bbd2-4c02dcb156a0" providerId="ADAL" clId="{04050C0F-00BE-5CD6-9848-850234EF60F3}" dt="2026-03-03T04:46:46.266" v="1411" actId="1036"/>
          <ac:spMkLst>
            <pc:docMk/>
            <pc:sldMk cId="0" sldId="265"/>
            <ac:spMk id="16" creationId="{00000000-0000-0000-0000-000000000000}"/>
          </ac:spMkLst>
        </pc:spChg>
        <pc:grpChg chg="add mod">
          <ac:chgData name="Vũ. Nguyễn Huy (7)" userId="d6e3b4f1-a4ca-4bfa-bbd2-4c02dcb156a0" providerId="ADAL" clId="{04050C0F-00BE-5CD6-9848-850234EF60F3}" dt="2026-03-03T04:47:27.664" v="1466" actId="1076"/>
          <ac:grpSpMkLst>
            <pc:docMk/>
            <pc:sldMk cId="0" sldId="265"/>
            <ac:grpSpMk id="18" creationId="{4D7E0694-125E-4EE2-31B6-67B09C4357A8}"/>
          </ac:grpSpMkLst>
        </pc:grpChg>
        <pc:picChg chg="add mod">
          <ac:chgData name="Vũ. Nguyễn Huy (7)" userId="d6e3b4f1-a4ca-4bfa-bbd2-4c02dcb156a0" providerId="ADAL" clId="{04050C0F-00BE-5CD6-9848-850234EF60F3}" dt="2026-03-03T04:47:07.337" v="1440" actId="1076"/>
          <ac:picMkLst>
            <pc:docMk/>
            <pc:sldMk cId="0" sldId="265"/>
            <ac:picMk id="17" creationId="{7E4C8997-4D36-54A5-627D-8F385C29E3D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58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182C76-6B45-C94F-2F67-6B7B3713080C}"/>
              </a:ext>
            </a:extLst>
          </p:cNvPr>
          <p:cNvGrpSpPr/>
          <p:nvPr/>
        </p:nvGrpSpPr>
        <p:grpSpPr>
          <a:xfrm>
            <a:off x="3723829" y="517451"/>
            <a:ext cx="1696343" cy="215801"/>
            <a:chOff x="3723829" y="1664196"/>
            <a:chExt cx="1696343" cy="215801"/>
          </a:xfrm>
        </p:grpSpPr>
        <p:sp>
          <p:nvSpPr>
            <p:cNvPr id="2" name="Text 0"/>
            <p:cNvSpPr/>
            <p:nvPr/>
          </p:nvSpPr>
          <p:spPr>
            <a:xfrm>
              <a:off x="3723829" y="1664196"/>
              <a:ext cx="1696343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911054" y="1724471"/>
              <a:ext cx="13483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STRATEGIC VISION 2026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1174607" y="1136737"/>
            <a:ext cx="682122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Self-Evolving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36776" y="1957655"/>
            <a:ext cx="5870448" cy="21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r>
              <a:rPr lang="en-US" dirty="0"/>
              <a:t> </a:t>
            </a:r>
            <a:r>
              <a:rPr lang="en-US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That Personalizes Every Experience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7997" y="3233721"/>
            <a:ext cx="7254442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85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enterprise platform architecture where AI is not a feature but the foundation — using A2UI protocol to create tailored interfaces for every user, individualizing capabilities automatically.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DDE7DD-BD94-E878-3F29-75C67B6A2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158" y="2586085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D0CFE579-DC5A-734A-02FF-B6D263628FAB}"/>
              </a:ext>
            </a:extLst>
          </p:cNvPr>
          <p:cNvGrpSpPr/>
          <p:nvPr/>
        </p:nvGrpSpPr>
        <p:grpSpPr>
          <a:xfrm>
            <a:off x="3991421" y="372773"/>
            <a:ext cx="1161008" cy="215801"/>
            <a:chOff x="3991421" y="253901"/>
            <a:chExt cx="1161008" cy="215801"/>
          </a:xfrm>
        </p:grpSpPr>
        <p:sp>
          <p:nvSpPr>
            <p:cNvPr id="2" name="Text 0"/>
            <p:cNvSpPr/>
            <p:nvPr/>
          </p:nvSpPr>
          <p:spPr>
            <a:xfrm>
              <a:off x="3991421" y="253901"/>
              <a:ext cx="1161008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170782" y="314176"/>
              <a:ext cx="802288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PROBLEM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26669" y="966526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Current Enterprise Software Fails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6669" y="131255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fundamental barriers prevent enterprises from evolving</a:t>
            </a:r>
            <a:endParaRPr lang="en-US" sz="1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84614F-D40E-75EA-6166-D14CEAA6C122}"/>
              </a:ext>
            </a:extLst>
          </p:cNvPr>
          <p:cNvGrpSpPr/>
          <p:nvPr/>
        </p:nvGrpSpPr>
        <p:grpSpPr>
          <a:xfrm>
            <a:off x="381000" y="2175671"/>
            <a:ext cx="2692301" cy="1177528"/>
            <a:chOff x="381000" y="1288703"/>
            <a:chExt cx="2692301" cy="1177528"/>
          </a:xfrm>
        </p:grpSpPr>
        <p:sp>
          <p:nvSpPr>
            <p:cNvPr id="6" name="Text 4"/>
            <p:cNvSpPr/>
            <p:nvPr/>
          </p:nvSpPr>
          <p:spPr>
            <a:xfrm>
              <a:off x="381000" y="1288703"/>
              <a:ext cx="2692301" cy="1177528"/>
            </a:xfrm>
            <a:prstGeom prst="roundRect">
              <a:avLst>
                <a:gd name="adj" fmla="val 10785"/>
              </a:avLst>
            </a:prstGeom>
            <a:solidFill>
              <a:srgbClr val="FEF2F2"/>
            </a:solidFill>
            <a:ln w="9525">
              <a:solidFill>
                <a:srgbClr val="FECAC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45047" y="1475929"/>
              <a:ext cx="2364206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000" b="1" dirty="0">
                  <a:solidFill>
                    <a:srgbClr val="DC26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Static and Expensive</a:t>
              </a:r>
              <a:endParaRPr lang="en-US" sz="1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45047" y="1720304"/>
              <a:ext cx="236420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991B1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60-70% of IT budget goes to maintaining legacy systems — not innovation. Software stops evolving the day it is delivered.</a:t>
              </a:r>
              <a:endParaRPr lang="en-US" sz="8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11C16F-7679-D5AB-ACFF-51C131BD5018}"/>
              </a:ext>
            </a:extLst>
          </p:cNvPr>
          <p:cNvGrpSpPr/>
          <p:nvPr/>
        </p:nvGrpSpPr>
        <p:grpSpPr>
          <a:xfrm>
            <a:off x="3225701" y="2175671"/>
            <a:ext cx="2692450" cy="1177528"/>
            <a:chOff x="3225701" y="1288703"/>
            <a:chExt cx="2692450" cy="1177528"/>
          </a:xfrm>
        </p:grpSpPr>
        <p:sp>
          <p:nvSpPr>
            <p:cNvPr id="9" name="Text 7"/>
            <p:cNvSpPr/>
            <p:nvPr/>
          </p:nvSpPr>
          <p:spPr>
            <a:xfrm>
              <a:off x="3225701" y="1288703"/>
              <a:ext cx="2692450" cy="1177528"/>
            </a:xfrm>
            <a:prstGeom prst="roundRect">
              <a:avLst>
                <a:gd name="adj" fmla="val 10785"/>
              </a:avLst>
            </a:prstGeom>
            <a:solidFill>
              <a:srgbClr val="FEF2F2"/>
            </a:solidFill>
            <a:ln w="9525">
              <a:solidFill>
                <a:srgbClr val="FECAC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389747" y="1475929"/>
              <a:ext cx="2364358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000" b="1" dirty="0">
                  <a:solidFill>
                    <a:srgbClr val="DC26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as an Add-On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389747" y="1720304"/>
              <a:ext cx="236435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991B1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95% of AI pilots fail because AI is bolted on top of rigid architecture, not integrated into the platform DNA.</a:t>
              </a:r>
              <a:endParaRPr lang="en-US" sz="8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7C55D0-0E78-C9F4-090E-671AD9A9B382}"/>
              </a:ext>
            </a:extLst>
          </p:cNvPr>
          <p:cNvGrpSpPr/>
          <p:nvPr/>
        </p:nvGrpSpPr>
        <p:grpSpPr>
          <a:xfrm>
            <a:off x="6070550" y="2175671"/>
            <a:ext cx="2692450" cy="1177528"/>
            <a:chOff x="6070550" y="1288703"/>
            <a:chExt cx="2692450" cy="1177528"/>
          </a:xfrm>
        </p:grpSpPr>
        <p:sp>
          <p:nvSpPr>
            <p:cNvPr id="12" name="Text 10"/>
            <p:cNvSpPr/>
            <p:nvPr/>
          </p:nvSpPr>
          <p:spPr>
            <a:xfrm>
              <a:off x="6070550" y="1288703"/>
              <a:ext cx="2692450" cy="1177528"/>
            </a:xfrm>
            <a:prstGeom prst="roundRect">
              <a:avLst>
                <a:gd name="adj" fmla="val 10785"/>
              </a:avLst>
            </a:prstGeom>
            <a:solidFill>
              <a:srgbClr val="FEF2F2"/>
            </a:solidFill>
            <a:ln w="9525">
              <a:solidFill>
                <a:srgbClr val="FECAC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234596" y="1475929"/>
              <a:ext cx="2364358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000" b="1" dirty="0">
                  <a:solidFill>
                    <a:srgbClr val="DC26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Nobody Understands Current State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234596" y="1720304"/>
              <a:ext cx="236435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991B1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After digital transformation, enterprises cannot change because no one understands the existing applications and dependencies.</a:t>
              </a:r>
              <a:endParaRPr lang="en-US" sz="8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3E78C43-3CDA-0801-A8A6-E5A7B6D6C7A9}"/>
              </a:ext>
            </a:extLst>
          </p:cNvPr>
          <p:cNvGrpSpPr/>
          <p:nvPr/>
        </p:nvGrpSpPr>
        <p:grpSpPr>
          <a:xfrm>
            <a:off x="381000" y="3642759"/>
            <a:ext cx="8382000" cy="488752"/>
            <a:chOff x="381000" y="2618631"/>
            <a:chExt cx="8382000" cy="488752"/>
          </a:xfrm>
        </p:grpSpPr>
        <p:sp>
          <p:nvSpPr>
            <p:cNvPr id="15" name="Text 13"/>
            <p:cNvSpPr/>
            <p:nvPr/>
          </p:nvSpPr>
          <p:spPr>
            <a:xfrm>
              <a:off x="381000" y="2618631"/>
              <a:ext cx="8382000" cy="488752"/>
            </a:xfrm>
            <a:prstGeom prst="roundRect">
              <a:avLst>
                <a:gd name="adj" fmla="val 20788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88150" y="2729657"/>
              <a:ext cx="8167699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Core Issue:</a:t>
              </a: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Change is the hardest problem — not because of technology, but because of </a:t>
              </a:r>
              <a:r>
                <a:rPr lang="en-US" sz="90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lost institutional knowledge</a:t>
              </a: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about how current systems work.</a:t>
              </a:r>
              <a:endParaRPr lang="en-US" sz="900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31012ED-1D3C-CDC5-7438-0DB5CA18D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65" y="1734925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4414E56D-90AE-83A5-CB81-6A04CCAEB47C}"/>
              </a:ext>
            </a:extLst>
          </p:cNvPr>
          <p:cNvGrpSpPr/>
          <p:nvPr/>
        </p:nvGrpSpPr>
        <p:grpSpPr>
          <a:xfrm>
            <a:off x="4148284" y="375439"/>
            <a:ext cx="847279" cy="190500"/>
            <a:chOff x="4148286" y="136475"/>
            <a:chExt cx="847279" cy="190500"/>
          </a:xfrm>
        </p:grpSpPr>
        <p:sp>
          <p:nvSpPr>
            <p:cNvPr id="2" name="Text 0"/>
            <p:cNvSpPr/>
            <p:nvPr/>
          </p:nvSpPr>
          <p:spPr>
            <a:xfrm>
              <a:off x="4148286" y="136475"/>
              <a:ext cx="847279" cy="190500"/>
            </a:xfrm>
            <a:prstGeom prst="roundRect">
              <a:avLst>
                <a:gd name="adj" fmla="val 93333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304977" y="184100"/>
              <a:ext cx="533897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OUR VISION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2832166" y="727531"/>
            <a:ext cx="34795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as a Living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34464" y="1126915"/>
            <a:ext cx="5074920" cy="19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your enterprise platform could understand,</a:t>
            </a:r>
            <a:r>
              <a:rPr lang="en-US" sz="900" dirty="0"/>
              <a:t> 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learn, and evolve — continuously?</a:t>
            </a:r>
            <a:endParaRPr lang="en-US" sz="9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203D15E-1B3D-ECD4-33FD-27F229E57CB5}"/>
              </a:ext>
            </a:extLst>
          </p:cNvPr>
          <p:cNvGrpSpPr/>
          <p:nvPr/>
        </p:nvGrpSpPr>
        <p:grpSpPr>
          <a:xfrm>
            <a:off x="984331" y="2048446"/>
            <a:ext cx="3240024" cy="852488"/>
            <a:chOff x="381000" y="879128"/>
            <a:chExt cx="3240024" cy="852488"/>
          </a:xfrm>
        </p:grpSpPr>
        <p:sp>
          <p:nvSpPr>
            <p:cNvPr id="6" name="Text 4"/>
            <p:cNvSpPr/>
            <p:nvPr/>
          </p:nvSpPr>
          <p:spPr>
            <a:xfrm>
              <a:off x="381000" y="879128"/>
              <a:ext cx="3240024" cy="852488"/>
            </a:xfrm>
            <a:prstGeom prst="roundRect">
              <a:avLst>
                <a:gd name="adj" fmla="val 11918"/>
              </a:avLst>
            </a:prstGeom>
            <a:ln>
              <a:solidFill>
                <a:srgbClr val="7767C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71500" y="990154"/>
              <a:ext cx="2939797" cy="1583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0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Self-Understanding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71501" y="1234529"/>
              <a:ext cx="2939796" cy="284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2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comprehends your business domain like an expert through an Ontology-Driven Knowledge Layer — no more lost institutional knowledge.</a:t>
              </a:r>
              <a:endParaRPr lang="en-US" sz="8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175C9F6-D9BC-6FF7-401C-733BD6648151}"/>
              </a:ext>
            </a:extLst>
          </p:cNvPr>
          <p:cNvGrpSpPr/>
          <p:nvPr/>
        </p:nvGrpSpPr>
        <p:grpSpPr>
          <a:xfrm>
            <a:off x="4919646" y="2045200"/>
            <a:ext cx="3240024" cy="852488"/>
            <a:chOff x="381000" y="1833116"/>
            <a:chExt cx="3240024" cy="852488"/>
          </a:xfrm>
        </p:grpSpPr>
        <p:sp>
          <p:nvSpPr>
            <p:cNvPr id="13" name="Text 11"/>
            <p:cNvSpPr/>
            <p:nvPr/>
          </p:nvSpPr>
          <p:spPr>
            <a:xfrm>
              <a:off x="381000" y="1833116"/>
              <a:ext cx="3240024" cy="852488"/>
            </a:xfrm>
            <a:prstGeom prst="roundRect">
              <a:avLst>
                <a:gd name="adj" fmla="val 11918"/>
              </a:avLst>
            </a:prstGeom>
            <a:ln>
              <a:solidFill>
                <a:srgbClr val="00B0F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71500" y="1944142"/>
              <a:ext cx="2939797" cy="158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000" b="1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Self-Adapting UI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71500" y="2188518"/>
              <a:ext cx="2939797" cy="284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2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generates personalized interfaces for </a:t>
              </a:r>
              <a:r>
                <a:rPr lang="en-US" sz="800" dirty="0" err="1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everyuser</a:t>
              </a:r>
              <a:r>
                <a:rPr lang="en-US" sz="8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via A2UI — each person gets exactly the experience they need, automatically.</a:t>
              </a:r>
              <a:endParaRPr lang="en-US" sz="8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FEA6B9-2784-475E-0262-22B0A31D93D3}"/>
              </a:ext>
            </a:extLst>
          </p:cNvPr>
          <p:cNvGrpSpPr/>
          <p:nvPr/>
        </p:nvGrpSpPr>
        <p:grpSpPr>
          <a:xfrm>
            <a:off x="984331" y="3166302"/>
            <a:ext cx="3240024" cy="852488"/>
            <a:chOff x="381000" y="2787104"/>
            <a:chExt cx="3240024" cy="852488"/>
          </a:xfrm>
        </p:grpSpPr>
        <p:sp>
          <p:nvSpPr>
            <p:cNvPr id="20" name="Text 18"/>
            <p:cNvSpPr/>
            <p:nvPr/>
          </p:nvSpPr>
          <p:spPr>
            <a:xfrm>
              <a:off x="381000" y="2787104"/>
              <a:ext cx="3240024" cy="852488"/>
            </a:xfrm>
            <a:prstGeom prst="roundRect">
              <a:avLst>
                <a:gd name="adj" fmla="val 11918"/>
              </a:avLst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71500" y="2898130"/>
              <a:ext cx="2939797" cy="1681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000" b="1" dirty="0">
                  <a:solidFill>
                    <a:srgbClr val="D977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Self-Orchestrating</a:t>
              </a:r>
              <a:endParaRPr lang="en-US" sz="1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71500" y="3142506"/>
              <a:ext cx="2939797" cy="284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2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Multi-agent workflows coordinate across functions automatically — complex processes that once took weeks now configure in minutes.</a:t>
              </a:r>
              <a:endParaRPr lang="en-US" sz="8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F671B8-5AC7-6BB9-17EA-A8C0474C1699}"/>
              </a:ext>
            </a:extLst>
          </p:cNvPr>
          <p:cNvGrpSpPr/>
          <p:nvPr/>
        </p:nvGrpSpPr>
        <p:grpSpPr>
          <a:xfrm>
            <a:off x="4919646" y="3177180"/>
            <a:ext cx="3240024" cy="852488"/>
            <a:chOff x="381000" y="3741093"/>
            <a:chExt cx="3240024" cy="852488"/>
          </a:xfrm>
        </p:grpSpPr>
        <p:sp>
          <p:nvSpPr>
            <p:cNvPr id="27" name="Text 25"/>
            <p:cNvSpPr/>
            <p:nvPr/>
          </p:nvSpPr>
          <p:spPr>
            <a:xfrm>
              <a:off x="381000" y="3741093"/>
              <a:ext cx="3240024" cy="852488"/>
            </a:xfrm>
            <a:prstGeom prst="roundRect">
              <a:avLst>
                <a:gd name="adj" fmla="val 11918"/>
              </a:avLst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71500" y="3852118"/>
              <a:ext cx="2939797" cy="158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000" b="1" dirty="0">
                  <a:solidFill>
                    <a:srgbClr val="0596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Self-Managing Data</a:t>
              </a:r>
              <a:endParaRPr lang="en-US" sz="1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71500" y="4096494"/>
              <a:ext cx="2939797" cy="2845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2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Multi-modal data architecture grows organically— the right storage paradigm for every type of data, no painful compromises.</a:t>
              </a:r>
              <a:endParaRPr lang="en-US" sz="8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FE177DC-ED25-FF4F-9DB6-7019FDDBE14F}"/>
              </a:ext>
            </a:extLst>
          </p:cNvPr>
          <p:cNvGrpSpPr/>
          <p:nvPr/>
        </p:nvGrpSpPr>
        <p:grpSpPr>
          <a:xfrm>
            <a:off x="462269" y="4330898"/>
            <a:ext cx="8219313" cy="285750"/>
            <a:chOff x="462344" y="4669780"/>
            <a:chExt cx="8219313" cy="285750"/>
          </a:xfrm>
        </p:grpSpPr>
        <p:sp>
          <p:nvSpPr>
            <p:cNvPr id="34" name="Text 32"/>
            <p:cNvSpPr/>
            <p:nvPr/>
          </p:nvSpPr>
          <p:spPr>
            <a:xfrm>
              <a:off x="908336" y="4669780"/>
              <a:ext cx="7170637" cy="285750"/>
            </a:xfrm>
            <a:prstGeom prst="roundRect">
              <a:avLst>
                <a:gd name="adj" fmla="val 35556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62344" y="4755505"/>
              <a:ext cx="8219313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Shift:</a:t>
              </a: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From static tool to </a:t>
              </a:r>
              <a:r>
                <a:rPr lang="en-US" sz="80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living system</a:t>
              </a: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that continuously learns and evolves alongside your organization.</a:t>
              </a:r>
              <a:endParaRPr lang="en-US" sz="800" dirty="0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F29C59F6-9C19-EA09-C2F5-9AB6084A4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63" y="1562714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26F454EF-02BA-3C07-80D2-2334C5BF11F9}"/>
              </a:ext>
            </a:extLst>
          </p:cNvPr>
          <p:cNvGrpSpPr/>
          <p:nvPr/>
        </p:nvGrpSpPr>
        <p:grpSpPr>
          <a:xfrm>
            <a:off x="3855839" y="552605"/>
            <a:ext cx="1432322" cy="215801"/>
            <a:chOff x="3855839" y="177701"/>
            <a:chExt cx="1432322" cy="215801"/>
          </a:xfrm>
        </p:grpSpPr>
        <p:sp>
          <p:nvSpPr>
            <p:cNvPr id="2" name="Text 0"/>
            <p:cNvSpPr/>
            <p:nvPr/>
          </p:nvSpPr>
          <p:spPr>
            <a:xfrm>
              <a:off x="3855839" y="177701"/>
              <a:ext cx="1432322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032486" y="237976"/>
              <a:ext cx="1079028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OPERATING MODEL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26669" y="1054918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+ Agent +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6669" y="1400943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operating paradigm where humans lead strategy and AI executes operations</a:t>
            </a:r>
            <a:endParaRPr lang="en-US" sz="10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1D106D0-5464-08EF-5952-B534D71294BB}"/>
              </a:ext>
            </a:extLst>
          </p:cNvPr>
          <p:cNvGrpSpPr/>
          <p:nvPr/>
        </p:nvGrpSpPr>
        <p:grpSpPr>
          <a:xfrm>
            <a:off x="381000" y="2032415"/>
            <a:ext cx="2675483" cy="1034653"/>
            <a:chOff x="381000" y="1136303"/>
            <a:chExt cx="2675483" cy="1034653"/>
          </a:xfrm>
        </p:grpSpPr>
        <p:sp>
          <p:nvSpPr>
            <p:cNvPr id="6" name="Text 4"/>
            <p:cNvSpPr/>
            <p:nvPr/>
          </p:nvSpPr>
          <p:spPr>
            <a:xfrm>
              <a:off x="381000" y="1136303"/>
              <a:ext cx="2675483" cy="1034653"/>
            </a:xfrm>
            <a:prstGeom prst="roundRect">
              <a:avLst>
                <a:gd name="adj" fmla="val 14730"/>
              </a:avLst>
            </a:prstGeom>
            <a:solidFill>
              <a:srgbClr val="FDF4FF"/>
            </a:solidFill>
            <a:ln w="9525">
              <a:solidFill>
                <a:srgbClr val="F0ABF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45215" y="1323529"/>
              <a:ext cx="2347052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b="1" dirty="0">
                  <a:solidFill>
                    <a:srgbClr val="A855F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Humans Define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45215" y="1577429"/>
              <a:ext cx="2347052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Strategic objectives, ethical boundaries, organizational culture, business guardrails</a:t>
              </a:r>
              <a:endParaRPr lang="en-US" sz="8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6E5EFC0-4A3F-CFEB-C90B-229D8F0BF004}"/>
              </a:ext>
            </a:extLst>
          </p:cNvPr>
          <p:cNvGrpSpPr/>
          <p:nvPr/>
        </p:nvGrpSpPr>
        <p:grpSpPr>
          <a:xfrm>
            <a:off x="3234184" y="2032415"/>
            <a:ext cx="2675632" cy="1034653"/>
            <a:chOff x="3234184" y="1136303"/>
            <a:chExt cx="2675632" cy="1034653"/>
          </a:xfrm>
        </p:grpSpPr>
        <p:sp>
          <p:nvSpPr>
            <p:cNvPr id="9" name="Text 7"/>
            <p:cNvSpPr/>
            <p:nvPr/>
          </p:nvSpPr>
          <p:spPr>
            <a:xfrm>
              <a:off x="3234184" y="1136303"/>
              <a:ext cx="2675632" cy="1034653"/>
            </a:xfrm>
            <a:prstGeom prst="roundRect">
              <a:avLst>
                <a:gd name="adj" fmla="val 14730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398398" y="1323529"/>
              <a:ext cx="2347204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b="1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Agents Execute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398398" y="1577429"/>
              <a:ext cx="2347204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Operational processes, data analysis, routine decisions, cross-functional coordination</a:t>
              </a:r>
              <a:endParaRPr lang="en-US" sz="8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27406D-E6CE-A3FD-7F3E-8D7D86E651C4}"/>
              </a:ext>
            </a:extLst>
          </p:cNvPr>
          <p:cNvGrpSpPr/>
          <p:nvPr/>
        </p:nvGrpSpPr>
        <p:grpSpPr>
          <a:xfrm>
            <a:off x="6087517" y="2032415"/>
            <a:ext cx="2675483" cy="1034653"/>
            <a:chOff x="6087517" y="1136303"/>
            <a:chExt cx="2675483" cy="1034653"/>
          </a:xfrm>
        </p:grpSpPr>
        <p:sp>
          <p:nvSpPr>
            <p:cNvPr id="12" name="Text 10"/>
            <p:cNvSpPr/>
            <p:nvPr/>
          </p:nvSpPr>
          <p:spPr>
            <a:xfrm>
              <a:off x="6087517" y="1136303"/>
              <a:ext cx="2675483" cy="1034653"/>
            </a:xfrm>
            <a:prstGeom prst="roundRect">
              <a:avLst>
                <a:gd name="adj" fmla="val 14730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251732" y="1323529"/>
              <a:ext cx="2347052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Platform Ensures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251732" y="1577429"/>
              <a:ext cx="2347052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-US" sz="8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Full traceability, explainability, reversibility — every action is auditable and governed</a:t>
              </a:r>
              <a:endParaRPr lang="en-US" sz="8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-91440" y="3383911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Design Principles</a:t>
            </a:r>
            <a:endParaRPr lang="en-US" sz="9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F78FC0E-029F-9D1F-96AC-17DD7AF57BC7}"/>
              </a:ext>
            </a:extLst>
          </p:cNvPr>
          <p:cNvGrpSpPr/>
          <p:nvPr/>
        </p:nvGrpSpPr>
        <p:grpSpPr>
          <a:xfrm>
            <a:off x="1014264" y="3849493"/>
            <a:ext cx="1030635" cy="276225"/>
            <a:chOff x="1014264" y="2532757"/>
            <a:chExt cx="1030635" cy="276225"/>
          </a:xfrm>
        </p:grpSpPr>
        <p:sp>
          <p:nvSpPr>
            <p:cNvPr id="16" name="Text 14"/>
            <p:cNvSpPr/>
            <p:nvPr/>
          </p:nvSpPr>
          <p:spPr>
            <a:xfrm>
              <a:off x="1014264" y="2532757"/>
              <a:ext cx="1030635" cy="276225"/>
            </a:xfrm>
            <a:prstGeom prst="roundRect">
              <a:avLst>
                <a:gd name="adj" fmla="val 9195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201489" y="2618482"/>
              <a:ext cx="66930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Ontology-First</a:t>
              </a:r>
              <a:endParaRPr lang="en-US" sz="7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D4E989-12BB-F6B2-41D1-B634EC7C9C85}"/>
              </a:ext>
            </a:extLst>
          </p:cNvPr>
          <p:cNvGrpSpPr/>
          <p:nvPr/>
        </p:nvGrpSpPr>
        <p:grpSpPr>
          <a:xfrm>
            <a:off x="2146399" y="3849493"/>
            <a:ext cx="1538585" cy="276225"/>
            <a:chOff x="2146399" y="2532757"/>
            <a:chExt cx="1538585" cy="276225"/>
          </a:xfrm>
        </p:grpSpPr>
        <p:sp>
          <p:nvSpPr>
            <p:cNvPr id="18" name="Text 16"/>
            <p:cNvSpPr/>
            <p:nvPr/>
          </p:nvSpPr>
          <p:spPr>
            <a:xfrm>
              <a:off x="2146399" y="2532757"/>
              <a:ext cx="1538585" cy="276225"/>
            </a:xfrm>
            <a:prstGeom prst="roundRect">
              <a:avLst>
                <a:gd name="adj" fmla="val 9195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333625" y="2618482"/>
              <a:ext cx="1187416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Intent-Over-Configuration</a:t>
              </a:r>
              <a:endParaRPr lang="en-US" sz="7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E4DC2C-BDB3-FB5F-BD84-86AB93C44978}"/>
              </a:ext>
            </a:extLst>
          </p:cNvPr>
          <p:cNvGrpSpPr/>
          <p:nvPr/>
        </p:nvGrpSpPr>
        <p:grpSpPr>
          <a:xfrm>
            <a:off x="3786485" y="3849493"/>
            <a:ext cx="1300609" cy="276225"/>
            <a:chOff x="3786485" y="2532757"/>
            <a:chExt cx="1300609" cy="276225"/>
          </a:xfrm>
        </p:grpSpPr>
        <p:sp>
          <p:nvSpPr>
            <p:cNvPr id="20" name="Text 18"/>
            <p:cNvSpPr/>
            <p:nvPr/>
          </p:nvSpPr>
          <p:spPr>
            <a:xfrm>
              <a:off x="3786485" y="2532757"/>
              <a:ext cx="1300609" cy="276225"/>
            </a:xfrm>
            <a:prstGeom prst="roundRect">
              <a:avLst>
                <a:gd name="adj" fmla="val 9195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973711" y="2618482"/>
              <a:ext cx="944681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Evolution-by-Design</a:t>
              </a:r>
              <a:endParaRPr lang="en-US" sz="7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8E0664-A5D4-D87D-C200-63BECEE088D2}"/>
              </a:ext>
            </a:extLst>
          </p:cNvPr>
          <p:cNvGrpSpPr/>
          <p:nvPr/>
        </p:nvGrpSpPr>
        <p:grpSpPr>
          <a:xfrm>
            <a:off x="5188595" y="3849493"/>
            <a:ext cx="1554956" cy="276225"/>
            <a:chOff x="5188595" y="2532757"/>
            <a:chExt cx="1554956" cy="276225"/>
          </a:xfrm>
        </p:grpSpPr>
        <p:sp>
          <p:nvSpPr>
            <p:cNvPr id="22" name="Text 20"/>
            <p:cNvSpPr/>
            <p:nvPr/>
          </p:nvSpPr>
          <p:spPr>
            <a:xfrm>
              <a:off x="5188595" y="2532757"/>
              <a:ext cx="1554956" cy="276225"/>
            </a:xfrm>
            <a:prstGeom prst="roundRect">
              <a:avLst>
                <a:gd name="adj" fmla="val 9195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375821" y="2618482"/>
              <a:ext cx="1204115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Deterministic Governance</a:t>
              </a:r>
              <a:endParaRPr lang="en-US" sz="7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D5635D6-C0EA-F050-05E2-5BA4BCFE00B0}"/>
              </a:ext>
            </a:extLst>
          </p:cNvPr>
          <p:cNvGrpSpPr/>
          <p:nvPr/>
        </p:nvGrpSpPr>
        <p:grpSpPr>
          <a:xfrm>
            <a:off x="6845052" y="3849493"/>
            <a:ext cx="1284536" cy="276225"/>
            <a:chOff x="6845052" y="2532757"/>
            <a:chExt cx="1284536" cy="276225"/>
          </a:xfrm>
        </p:grpSpPr>
        <p:sp>
          <p:nvSpPr>
            <p:cNvPr id="24" name="Text 22"/>
            <p:cNvSpPr/>
            <p:nvPr/>
          </p:nvSpPr>
          <p:spPr>
            <a:xfrm>
              <a:off x="6845052" y="2532757"/>
              <a:ext cx="1284536" cy="276225"/>
            </a:xfrm>
            <a:prstGeom prst="roundRect">
              <a:avLst>
                <a:gd name="adj" fmla="val 91954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032278" y="2618482"/>
              <a:ext cx="928286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Human-on-the-Loop</a:t>
              </a:r>
              <a:endParaRPr lang="en-US" sz="750" dirty="0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8E523DB2-839E-05F6-130A-229D72721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39" y="1740110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D09FB93C-30FE-7F1D-C5D2-09916BC6E627}"/>
              </a:ext>
            </a:extLst>
          </p:cNvPr>
          <p:cNvGrpSpPr/>
          <p:nvPr/>
        </p:nvGrpSpPr>
        <p:grpSpPr>
          <a:xfrm>
            <a:off x="3957935" y="459182"/>
            <a:ext cx="1227981" cy="215801"/>
            <a:chOff x="3957935" y="203150"/>
            <a:chExt cx="1227981" cy="215801"/>
          </a:xfrm>
        </p:grpSpPr>
        <p:sp>
          <p:nvSpPr>
            <p:cNvPr id="2" name="Text 0"/>
            <p:cNvSpPr/>
            <p:nvPr/>
          </p:nvSpPr>
          <p:spPr>
            <a:xfrm>
              <a:off x="3957935" y="203150"/>
              <a:ext cx="1227981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136626" y="263426"/>
              <a:ext cx="870600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ARCHITECTURE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26669" y="879199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Four-Layer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6669" y="1225225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independently evolving layers, connected through well-defined protocols</a:t>
            </a:r>
            <a:endParaRPr lang="en-US" sz="1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D33A777-B81B-9336-D6A7-BE7AA23737C4}"/>
              </a:ext>
            </a:extLst>
          </p:cNvPr>
          <p:cNvGrpSpPr/>
          <p:nvPr/>
        </p:nvGrpSpPr>
        <p:grpSpPr>
          <a:xfrm>
            <a:off x="381000" y="1762208"/>
            <a:ext cx="8382000" cy="561975"/>
            <a:chOff x="381000" y="1085552"/>
            <a:chExt cx="8382000" cy="561975"/>
          </a:xfrm>
        </p:grpSpPr>
        <p:sp>
          <p:nvSpPr>
            <p:cNvPr id="6" name="Text 4"/>
            <p:cNvSpPr/>
            <p:nvPr/>
          </p:nvSpPr>
          <p:spPr>
            <a:xfrm>
              <a:off x="381000" y="1085552"/>
              <a:ext cx="8382000" cy="561975"/>
            </a:xfrm>
            <a:prstGeom prst="roundRect">
              <a:avLst>
                <a:gd name="adj" fmla="val 22599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19125" y="1247477"/>
              <a:ext cx="28493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76176" y="1295102"/>
              <a:ext cx="2202079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Ontology-Driven Knowledge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12778" y="1309390"/>
              <a:ext cx="5160600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"semantic brain" — Domain Ontology, Semantic Layer, Knowledge Graph, Rules Engine, Cognitive Interface</a:t>
              </a:r>
              <a:endParaRPr lang="en-US" sz="8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5D99F1-F219-6AC0-7C52-DB3F9FE9569C}"/>
              </a:ext>
            </a:extLst>
          </p:cNvPr>
          <p:cNvGrpSpPr/>
          <p:nvPr/>
        </p:nvGrpSpPr>
        <p:grpSpPr>
          <a:xfrm>
            <a:off x="381000" y="2400383"/>
            <a:ext cx="8382000" cy="561975"/>
            <a:chOff x="381000" y="1723727"/>
            <a:chExt cx="8382000" cy="561975"/>
          </a:xfrm>
        </p:grpSpPr>
        <p:sp>
          <p:nvSpPr>
            <p:cNvPr id="10" name="Text 8"/>
            <p:cNvSpPr/>
            <p:nvPr/>
          </p:nvSpPr>
          <p:spPr>
            <a:xfrm>
              <a:off x="381000" y="1723727"/>
              <a:ext cx="8382000" cy="561975"/>
            </a:xfrm>
            <a:prstGeom prst="roundRect">
              <a:avLst>
                <a:gd name="adj" fmla="val 22599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19125" y="1885652"/>
              <a:ext cx="28493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76176" y="1933277"/>
              <a:ext cx="2202079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Adaptive UI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12778" y="1947565"/>
              <a:ext cx="4915739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Core UI (30%), Configurable UI (60%), Generative UI via A2UI (10%) — right interface, right user, right time</a:t>
              </a:r>
              <a:endParaRPr lang="en-US" sz="8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D45852F-9F5C-4DC2-D70B-B2298B3E3008}"/>
              </a:ext>
            </a:extLst>
          </p:cNvPr>
          <p:cNvGrpSpPr/>
          <p:nvPr/>
        </p:nvGrpSpPr>
        <p:grpSpPr>
          <a:xfrm>
            <a:off x="381000" y="3038558"/>
            <a:ext cx="8382000" cy="561975"/>
            <a:chOff x="381000" y="2361902"/>
            <a:chExt cx="8382000" cy="561975"/>
          </a:xfrm>
        </p:grpSpPr>
        <p:sp>
          <p:nvSpPr>
            <p:cNvPr id="14" name="Text 12"/>
            <p:cNvSpPr/>
            <p:nvPr/>
          </p:nvSpPr>
          <p:spPr>
            <a:xfrm>
              <a:off x="381000" y="2361902"/>
              <a:ext cx="8382000" cy="561975"/>
            </a:xfrm>
            <a:prstGeom prst="roundRect">
              <a:avLst>
                <a:gd name="adj" fmla="val 22599"/>
              </a:avLst>
            </a:prstGeom>
            <a:solidFill>
              <a:srgbClr val="FFFBEB"/>
            </a:solidFill>
            <a:ln w="9525">
              <a:solidFill>
                <a:srgbClr val="FDE68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19125" y="2523827"/>
              <a:ext cx="28493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076176" y="2571452"/>
              <a:ext cx="2202079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977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Intelligent Backend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412778" y="2585740"/>
              <a:ext cx="5086975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Headless API, Workflow Engine, Agent Orchestration, Policy and Governance — API-first, event-based, flexible</a:t>
              </a:r>
              <a:endParaRPr lang="en-US" sz="8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CC0E1C-3ADC-BD55-B229-1791E96E097E}"/>
              </a:ext>
            </a:extLst>
          </p:cNvPr>
          <p:cNvGrpSpPr/>
          <p:nvPr/>
        </p:nvGrpSpPr>
        <p:grpSpPr>
          <a:xfrm>
            <a:off x="381000" y="3676733"/>
            <a:ext cx="8382000" cy="561975"/>
            <a:chOff x="381000" y="3000077"/>
            <a:chExt cx="8382000" cy="561975"/>
          </a:xfrm>
        </p:grpSpPr>
        <p:sp>
          <p:nvSpPr>
            <p:cNvPr id="18" name="Text 16"/>
            <p:cNvSpPr/>
            <p:nvPr/>
          </p:nvSpPr>
          <p:spPr>
            <a:xfrm>
              <a:off x="381000" y="3000077"/>
              <a:ext cx="8382000" cy="561975"/>
            </a:xfrm>
            <a:prstGeom prst="roundRect">
              <a:avLst>
                <a:gd name="adj" fmla="val 22599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19125" y="3162002"/>
              <a:ext cx="284937" cy="238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076176" y="3209627"/>
              <a:ext cx="2202079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596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Multi-Modal Data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412778" y="3223915"/>
              <a:ext cx="4271632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Relational, Flexible, Graph, Metadata and Audit, AI-Native — right storage for every data type</a:t>
              </a:r>
              <a:endParaRPr lang="en-US" sz="8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E657CB0-3637-B1BC-C393-0816191A6B93}"/>
              </a:ext>
            </a:extLst>
          </p:cNvPr>
          <p:cNvGrpSpPr/>
          <p:nvPr/>
        </p:nvGrpSpPr>
        <p:grpSpPr>
          <a:xfrm>
            <a:off x="381000" y="4610564"/>
            <a:ext cx="8382000" cy="355402"/>
            <a:chOff x="381000" y="3714452"/>
            <a:chExt cx="8382000" cy="355402"/>
          </a:xfrm>
        </p:grpSpPr>
        <p:sp>
          <p:nvSpPr>
            <p:cNvPr id="22" name="Text 20"/>
            <p:cNvSpPr/>
            <p:nvPr/>
          </p:nvSpPr>
          <p:spPr>
            <a:xfrm>
              <a:off x="381000" y="3714452"/>
              <a:ext cx="8382000" cy="355402"/>
            </a:xfrm>
            <a:prstGeom prst="roundRect">
              <a:avLst>
                <a:gd name="adj" fmla="val 28587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8150" y="3825478"/>
              <a:ext cx="8167699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Each layer evolves </a:t>
              </a:r>
              <a:r>
                <a:rPr lang="en-US" sz="90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independently</a:t>
              </a:r>
              <a:r>
                <a:rPr lang="en-US" sz="9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while contributing to the intelligence of the whole system.</a:t>
              </a:r>
              <a:endParaRPr lang="en-US" sz="900" dirty="0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78AB659A-02D3-3A4F-AF74-9F61C8DBD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65" y="1479209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401B335E-7C49-5661-5BB4-9F3773A12F3D}"/>
              </a:ext>
            </a:extLst>
          </p:cNvPr>
          <p:cNvGrpSpPr/>
          <p:nvPr/>
        </p:nvGrpSpPr>
        <p:grpSpPr>
          <a:xfrm>
            <a:off x="4183789" y="295946"/>
            <a:ext cx="830610" cy="215801"/>
            <a:chOff x="304800" y="177701"/>
            <a:chExt cx="830610" cy="215801"/>
          </a:xfrm>
        </p:grpSpPr>
        <p:sp>
          <p:nvSpPr>
            <p:cNvPr id="2" name="Text 0"/>
            <p:cNvSpPr/>
            <p:nvPr/>
          </p:nvSpPr>
          <p:spPr>
            <a:xfrm>
              <a:off x="304800" y="177701"/>
              <a:ext cx="830610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92026" y="237976"/>
              <a:ext cx="465281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LAYER 1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304800" y="94519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Ontology-Driven Knowledge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1237190"/>
            <a:ext cx="8705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"semantic brain" of the enterprise — enabling AI Agents to understand your business domain as deeply as an expert.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3901" y="2113490"/>
            <a:ext cx="1625650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3901" y="2118253"/>
            <a:ext cx="1625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1874788" y="2113490"/>
            <a:ext cx="0" cy="102542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253901" y="3134154"/>
            <a:ext cx="1625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272951" y="2113490"/>
            <a:ext cx="0" cy="1025426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444401" y="2249966"/>
            <a:ext cx="1298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Ontology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4401" y="2478566"/>
            <a:ext cx="12986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business entity models — entities, attributes, relationships, constraints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06501" y="2113490"/>
            <a:ext cx="1625798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006501" y="2118253"/>
            <a:ext cx="16257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3627537" y="2113490"/>
            <a:ext cx="0" cy="102542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006501" y="3134154"/>
            <a:ext cx="16257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025551" y="2113490"/>
            <a:ext cx="0" cy="1025426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197001" y="2249966"/>
            <a:ext cx="12988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7001" y="2478566"/>
            <a:ext cx="12988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language to technical data mapping — queries in business terms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59250" y="2113490"/>
            <a:ext cx="1625650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759250" y="2118253"/>
            <a:ext cx="1625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5380137" y="2113490"/>
            <a:ext cx="0" cy="102542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3759250" y="3134154"/>
            <a:ext cx="1625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3778300" y="2113490"/>
            <a:ext cx="0" cy="1025426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3949750" y="2249966"/>
            <a:ext cx="1298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49750" y="2478566"/>
            <a:ext cx="12986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relationships enabling multi-hop reasoning and GraphRAG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11850" y="2113490"/>
            <a:ext cx="1625650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511850" y="2118253"/>
            <a:ext cx="1625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7132737" y="2113490"/>
            <a:ext cx="0" cy="102542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5511850" y="3134154"/>
            <a:ext cx="1625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5530900" y="2113490"/>
            <a:ext cx="0" cy="1025426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5702350" y="2249966"/>
            <a:ext cx="1298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02350" y="2478566"/>
            <a:ext cx="12986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hard guardrails — policies that AI by design cannot bypass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64450" y="2113490"/>
            <a:ext cx="1625650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264450" y="2118253"/>
            <a:ext cx="1625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Shape 34"/>
          <p:cNvSpPr/>
          <p:nvPr/>
        </p:nvSpPr>
        <p:spPr>
          <a:xfrm>
            <a:off x="8885337" y="2113490"/>
            <a:ext cx="0" cy="102542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Shape 35"/>
          <p:cNvSpPr/>
          <p:nvPr/>
        </p:nvSpPr>
        <p:spPr>
          <a:xfrm>
            <a:off x="7264450" y="3134154"/>
            <a:ext cx="1625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7283500" y="2113490"/>
            <a:ext cx="0" cy="1025426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7454950" y="2249966"/>
            <a:ext cx="1298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Interface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54950" y="2478566"/>
            <a:ext cx="12986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"SME-as-a-Service" — API exposing domain knowledge to any AI Agent</a:t>
            </a:r>
            <a:endParaRPr lang="en-US" sz="75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D74F252-8255-CF0E-0D87-670DA0358D8D}"/>
              </a:ext>
            </a:extLst>
          </p:cNvPr>
          <p:cNvGrpSpPr/>
          <p:nvPr/>
        </p:nvGrpSpPr>
        <p:grpSpPr>
          <a:xfrm>
            <a:off x="253901" y="3907929"/>
            <a:ext cx="8636198" cy="336352"/>
            <a:chOff x="253901" y="2079129"/>
            <a:chExt cx="8636198" cy="336352"/>
          </a:xfrm>
        </p:grpSpPr>
        <p:sp>
          <p:nvSpPr>
            <p:cNvPr id="41" name="Text 39"/>
            <p:cNvSpPr/>
            <p:nvPr/>
          </p:nvSpPr>
          <p:spPr>
            <a:xfrm>
              <a:off x="253901" y="2079129"/>
              <a:ext cx="8636198" cy="336352"/>
            </a:xfrm>
            <a:prstGeom prst="roundRect">
              <a:avLst>
                <a:gd name="adj" fmla="val 30207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358509" y="2190155"/>
              <a:ext cx="8426982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Without this layer,</a:t>
              </a:r>
              <a:r>
                <a:rPr lang="en-US" sz="85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AI is surface-level automation. </a:t>
              </a:r>
              <a:r>
                <a:rPr lang="en-US" sz="8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With it,</a:t>
              </a:r>
              <a:r>
                <a:rPr lang="en-US" sz="85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AI becomes a domain-aware, context-sensitive decision partner.</a:t>
              </a:r>
              <a:endParaRPr lang="en-US" sz="850" dirty="0"/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B24D1D6B-077C-B838-41CB-533142040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40" y="1597327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7A91C410-BEEB-FCDE-663A-2E7EDF407D72}"/>
              </a:ext>
            </a:extLst>
          </p:cNvPr>
          <p:cNvGrpSpPr/>
          <p:nvPr/>
        </p:nvGrpSpPr>
        <p:grpSpPr>
          <a:xfrm>
            <a:off x="4156621" y="570893"/>
            <a:ext cx="830610" cy="215801"/>
            <a:chOff x="4156621" y="177701"/>
            <a:chExt cx="830610" cy="215801"/>
          </a:xfrm>
        </p:grpSpPr>
        <p:sp>
          <p:nvSpPr>
            <p:cNvPr id="2" name="Text 0"/>
            <p:cNvSpPr/>
            <p:nvPr/>
          </p:nvSpPr>
          <p:spPr>
            <a:xfrm>
              <a:off x="4156621" y="177701"/>
              <a:ext cx="830610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339285" y="237976"/>
              <a:ext cx="465281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LAYER 2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297180" y="1109782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UI — The 30-60-10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7180" y="1401782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interface, to the right user, at the right time — balancing consistency with flexibility.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81000" y="2323802"/>
            <a:ext cx="2692301" cy="1126927"/>
          </a:xfrm>
          <a:prstGeom prst="roundRect">
            <a:avLst>
              <a:gd name="adj" fmla="val 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2328565"/>
            <a:ext cx="269230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3068538" y="2323802"/>
            <a:ext cx="0" cy="11269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381000" y="3445966"/>
            <a:ext cx="269230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400050" y="2323802"/>
            <a:ext cx="0" cy="1126927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96801" y="2485727"/>
            <a:ext cx="2335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UI (Fixed) — 30%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6801" y="2730103"/>
            <a:ext cx="2335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Navigation, design system, brand identity. Built by developers for maximum quality, accessibility, and performance.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25701" y="2323802"/>
            <a:ext cx="2692450" cy="1126927"/>
          </a:xfrm>
          <a:prstGeom prst="roundRect">
            <a:avLst>
              <a:gd name="adj" fmla="val 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25701" y="2328565"/>
            <a:ext cx="2692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5913388" y="2323802"/>
            <a:ext cx="0" cy="11269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3225701" y="3445966"/>
            <a:ext cx="2692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3244751" y="2323802"/>
            <a:ext cx="0" cy="1126927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3441502" y="2485727"/>
            <a:ext cx="23352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UI — 60%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1502" y="2730103"/>
            <a:ext cx="2335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JSON/Template-driven views. Admins customize list pages, detail views, forms, dashboards — zero code deployment needed.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70550" y="2323802"/>
            <a:ext cx="2692450" cy="1126927"/>
          </a:xfrm>
          <a:prstGeom prst="roundRect">
            <a:avLst>
              <a:gd name="adj" fmla="val 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70550" y="2328565"/>
            <a:ext cx="2692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758238" y="2323802"/>
            <a:ext cx="0" cy="11269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6070550" y="3445966"/>
            <a:ext cx="2692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6089600" y="2323802"/>
            <a:ext cx="0" cy="1126927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6286351" y="2485727"/>
            <a:ext cx="23352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UI (A2UI) — 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86351" y="2730103"/>
            <a:ext cx="2335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create personalized interfaces on-demand per user intent — handling unpredictable, long-tail needs automatically.</a:t>
            </a:r>
            <a:endParaRPr lang="en-US" sz="8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8DE8FBE-41E7-6072-428F-37F1F44872A2}"/>
              </a:ext>
            </a:extLst>
          </p:cNvPr>
          <p:cNvGrpSpPr/>
          <p:nvPr/>
        </p:nvGrpSpPr>
        <p:grpSpPr>
          <a:xfrm>
            <a:off x="2287339" y="3808262"/>
            <a:ext cx="1652290" cy="250627"/>
            <a:chOff x="2287339" y="2180630"/>
            <a:chExt cx="1652290" cy="250627"/>
          </a:xfrm>
        </p:grpSpPr>
        <p:sp>
          <p:nvSpPr>
            <p:cNvPr id="27" name="Text 25"/>
            <p:cNvSpPr/>
            <p:nvPr/>
          </p:nvSpPr>
          <p:spPr>
            <a:xfrm>
              <a:off x="2287339" y="2180630"/>
              <a:ext cx="1652290" cy="250627"/>
            </a:xfrm>
            <a:prstGeom prst="roundRect">
              <a:avLst>
                <a:gd name="adj" fmla="val 101346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2449264" y="2253555"/>
              <a:ext cx="1355009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A2UI</a:t>
              </a:r>
              <a:r>
                <a:rPr lang="en-US" sz="750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— UI Structure (Google)</a:t>
              </a:r>
              <a:endParaRPr lang="en-US" sz="7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D358E69-70A6-4F5F-5CBA-A6C021893932}"/>
              </a:ext>
            </a:extLst>
          </p:cNvPr>
          <p:cNvGrpSpPr/>
          <p:nvPr/>
        </p:nvGrpSpPr>
        <p:grpSpPr>
          <a:xfrm>
            <a:off x="4041130" y="3808262"/>
            <a:ext cx="1467148" cy="250627"/>
            <a:chOff x="4041130" y="2180630"/>
            <a:chExt cx="1467148" cy="250627"/>
          </a:xfrm>
        </p:grpSpPr>
        <p:sp>
          <p:nvSpPr>
            <p:cNvPr id="29" name="Text 27"/>
            <p:cNvSpPr/>
            <p:nvPr/>
          </p:nvSpPr>
          <p:spPr>
            <a:xfrm>
              <a:off x="4041130" y="2180630"/>
              <a:ext cx="1467148" cy="250627"/>
            </a:xfrm>
            <a:prstGeom prst="roundRect">
              <a:avLst>
                <a:gd name="adj" fmla="val 101346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203055" y="2253555"/>
              <a:ext cx="1166164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AG-UI</a:t>
              </a:r>
              <a:r>
                <a:rPr lang="en-US" sz="750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— Event Transport</a:t>
              </a:r>
              <a:endParaRPr lang="en-US" sz="75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91DB047-1862-9A81-9551-655BD4D9D4A1}"/>
              </a:ext>
            </a:extLst>
          </p:cNvPr>
          <p:cNvGrpSpPr/>
          <p:nvPr/>
        </p:nvGrpSpPr>
        <p:grpSpPr>
          <a:xfrm>
            <a:off x="5609779" y="3808262"/>
            <a:ext cx="1246882" cy="250627"/>
            <a:chOff x="5609779" y="2180630"/>
            <a:chExt cx="1246882" cy="250627"/>
          </a:xfrm>
        </p:grpSpPr>
        <p:sp>
          <p:nvSpPr>
            <p:cNvPr id="31" name="Text 29"/>
            <p:cNvSpPr/>
            <p:nvPr/>
          </p:nvSpPr>
          <p:spPr>
            <a:xfrm>
              <a:off x="5609779" y="2180630"/>
              <a:ext cx="1246882" cy="250627"/>
            </a:xfrm>
            <a:prstGeom prst="roundRect">
              <a:avLst>
                <a:gd name="adj" fmla="val 101346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771704" y="2253555"/>
              <a:ext cx="941493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MCP</a:t>
              </a:r>
              <a:r>
                <a:rPr lang="en-US" sz="750" dirty="0">
                  <a:solidFill>
                    <a:srgbClr val="0891B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— Data Access</a:t>
              </a:r>
              <a:endParaRPr lang="en-US" sz="75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61EE031-20FE-9992-2591-F6E62D557223}"/>
              </a:ext>
            </a:extLst>
          </p:cNvPr>
          <p:cNvGrpSpPr/>
          <p:nvPr/>
        </p:nvGrpSpPr>
        <p:grpSpPr>
          <a:xfrm>
            <a:off x="381000" y="4253960"/>
            <a:ext cx="8382000" cy="336352"/>
            <a:chOff x="381000" y="2507456"/>
            <a:chExt cx="8382000" cy="336352"/>
          </a:xfrm>
        </p:grpSpPr>
        <p:sp>
          <p:nvSpPr>
            <p:cNvPr id="33" name="Text 31"/>
            <p:cNvSpPr/>
            <p:nvPr/>
          </p:nvSpPr>
          <p:spPr>
            <a:xfrm>
              <a:off x="381000" y="2507456"/>
              <a:ext cx="8382000" cy="336352"/>
            </a:xfrm>
            <a:prstGeom prst="roundRect">
              <a:avLst>
                <a:gd name="adj" fmla="val 30207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88150" y="2618482"/>
              <a:ext cx="8167699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90% of requirements</a:t>
              </a:r>
              <a:r>
                <a:rPr lang="en-US" sz="85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met without code deployment. Every user gets a </a:t>
              </a:r>
              <a:r>
                <a:rPr lang="en-US" sz="850" b="1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tailored experience</a:t>
              </a:r>
              <a:r>
                <a:rPr lang="en-US" sz="85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 sz="850" dirty="0"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35287C0B-95F1-3952-E140-628681A9F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525" y="1842177"/>
            <a:ext cx="1066800" cy="53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03605029-49A4-72F9-717B-8C2879343E92}"/>
              </a:ext>
            </a:extLst>
          </p:cNvPr>
          <p:cNvGrpSpPr/>
          <p:nvPr/>
        </p:nvGrpSpPr>
        <p:grpSpPr>
          <a:xfrm>
            <a:off x="4156694" y="433851"/>
            <a:ext cx="830610" cy="215801"/>
            <a:chOff x="381000" y="177701"/>
            <a:chExt cx="830610" cy="215801"/>
          </a:xfrm>
        </p:grpSpPr>
        <p:sp>
          <p:nvSpPr>
            <p:cNvPr id="2" name="Text 0"/>
            <p:cNvSpPr/>
            <p:nvPr/>
          </p:nvSpPr>
          <p:spPr>
            <a:xfrm>
              <a:off x="381000" y="177701"/>
              <a:ext cx="830610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68226" y="237976"/>
              <a:ext cx="465281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LAYER 3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381000" y="981766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Backend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273766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API-First, Headless, Event-Based, Workflow-Ready, Flexible — from microservices to multi-agent orchestration.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04800" y="2223218"/>
            <a:ext cx="2019300" cy="1279327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2227981"/>
            <a:ext cx="2019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2319338" y="2223218"/>
            <a:ext cx="0" cy="12793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304800" y="3497782"/>
            <a:ext cx="2019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323850" y="2223218"/>
            <a:ext cx="0" cy="127932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20601" y="2385143"/>
            <a:ext cx="1648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0601" y="2629519"/>
            <a:ext cx="164859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architecture powered by microservices — stateless, idempotent, serving all clients uniformly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76500" y="2223218"/>
            <a:ext cx="2019300" cy="1279327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76500" y="2227981"/>
            <a:ext cx="2019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4491038" y="2223218"/>
            <a:ext cx="0" cy="12793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476500" y="3497782"/>
            <a:ext cx="2019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495550" y="2223218"/>
            <a:ext cx="0" cy="127932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692301" y="2385143"/>
            <a:ext cx="1648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2301" y="2629519"/>
            <a:ext cx="1648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workflow designer with event-driven orchestration — zero-code process customization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8200" y="2223218"/>
            <a:ext cx="2019300" cy="1279327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2227981"/>
            <a:ext cx="2019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6662738" y="2223218"/>
            <a:ext cx="0" cy="12793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4648200" y="3497782"/>
            <a:ext cx="2019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4667250" y="2223218"/>
            <a:ext cx="0" cy="127932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4864001" y="2385143"/>
            <a:ext cx="1648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001" y="2629519"/>
            <a:ext cx="1648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teams coordinate complex cross-functional processes — agents collaborate like a team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19900" y="2223218"/>
            <a:ext cx="2019300" cy="1279327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819900" y="2227981"/>
            <a:ext cx="2019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8834437" y="2223218"/>
            <a:ext cx="0" cy="127932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6819900" y="3497782"/>
            <a:ext cx="20193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6838950" y="2223218"/>
            <a:ext cx="0" cy="127932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7035701" y="2385143"/>
            <a:ext cx="1648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Governance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35701" y="2629519"/>
            <a:ext cx="1648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RBAC, comprehensive audit trails, kill switches, Human-in-the-Loop gates for high-risk actions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04800" y="4481870"/>
            <a:ext cx="8534400" cy="336352"/>
          </a:xfrm>
          <a:prstGeom prst="roundRect">
            <a:avLst>
              <a:gd name="adj" fmla="val 30207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0426" y="4592895"/>
            <a:ext cx="83231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requests "3-level approval for leave &gt; 5 days" — Traditional: 2-week release cycle. </a:t>
            </a: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SEP: Configure and deploy instantly.</a:t>
            </a:r>
            <a:endParaRPr lang="en-US" sz="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62F6CC7-EE63-061B-6960-B0EE1231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39" y="1739003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98120610-2DF4-B249-08A0-C2B9F73F1900}"/>
              </a:ext>
            </a:extLst>
          </p:cNvPr>
          <p:cNvGrpSpPr/>
          <p:nvPr/>
        </p:nvGrpSpPr>
        <p:grpSpPr>
          <a:xfrm>
            <a:off x="3490704" y="690068"/>
            <a:ext cx="2153543" cy="215801"/>
            <a:chOff x="304800" y="126950"/>
            <a:chExt cx="2153543" cy="215801"/>
          </a:xfrm>
        </p:grpSpPr>
        <p:sp>
          <p:nvSpPr>
            <p:cNvPr id="2" name="Text 0"/>
            <p:cNvSpPr/>
            <p:nvPr/>
          </p:nvSpPr>
          <p:spPr>
            <a:xfrm>
              <a:off x="304800" y="126950"/>
              <a:ext cx="2153543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492026" y="187226"/>
              <a:ext cx="1814673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LAYER 4 + ADOPTION STRATEGY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304800" y="1049887"/>
            <a:ext cx="87050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Data and Cognitive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1313313"/>
            <a:ext cx="8705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storage paradigm for every type of data — and the entry point for enterprise adoption.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2356187"/>
            <a:ext cx="1656159" cy="937766"/>
          </a:xfrm>
          <a:prstGeom prst="roundRect">
            <a:avLst>
              <a:gd name="adj" fmla="val 10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28600" y="2360950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1879997" y="2356187"/>
            <a:ext cx="0" cy="93776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228600" y="3289191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247650" y="2356187"/>
            <a:ext cx="0" cy="93776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393650" y="2492663"/>
            <a:ext cx="1381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Store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650" y="2695813"/>
            <a:ext cx="138172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ACID-compliant, strict schema, full audit trail for transactional data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86260" y="2356187"/>
            <a:ext cx="1656159" cy="937766"/>
          </a:xfrm>
          <a:prstGeom prst="roundRect">
            <a:avLst>
              <a:gd name="adj" fmla="val 10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986260" y="2360950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3637657" y="2356187"/>
            <a:ext cx="0" cy="93776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1986260" y="3289191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005310" y="2356187"/>
            <a:ext cx="0" cy="93776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151311" y="2492663"/>
            <a:ext cx="1381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Store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1311" y="2695813"/>
            <a:ext cx="138172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Schema-on-read, dynamic extension without migration for custom fields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743920" y="2356187"/>
            <a:ext cx="1656159" cy="937766"/>
          </a:xfrm>
          <a:prstGeom prst="roundRect">
            <a:avLst>
              <a:gd name="adj" fmla="val 10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743920" y="2360950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5395317" y="2356187"/>
            <a:ext cx="0" cy="93776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3743920" y="3289191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3762970" y="2356187"/>
            <a:ext cx="0" cy="93776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3908971" y="2492663"/>
            <a:ext cx="1381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Store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08971" y="2695813"/>
            <a:ext cx="138172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Relationship-first, multi-hop traversal — </a:t>
            </a: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for Ontology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501580" y="2356187"/>
            <a:ext cx="1656159" cy="937766"/>
          </a:xfrm>
          <a:prstGeom prst="roundRect">
            <a:avLst>
              <a:gd name="adj" fmla="val 10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501580" y="2360950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7152977" y="2356187"/>
            <a:ext cx="0" cy="93776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5501580" y="3289191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5520630" y="2356187"/>
            <a:ext cx="0" cy="93776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5666631" y="2492663"/>
            <a:ext cx="1381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and Audit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6631" y="2695813"/>
            <a:ext cx="138172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 + lineage — every AI decision traceable to its source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259241" y="2356187"/>
            <a:ext cx="1656159" cy="937766"/>
          </a:xfrm>
          <a:prstGeom prst="roundRect">
            <a:avLst>
              <a:gd name="adj" fmla="val 108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259241" y="2360950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Shape 34"/>
          <p:cNvSpPr/>
          <p:nvPr/>
        </p:nvSpPr>
        <p:spPr>
          <a:xfrm>
            <a:off x="8910638" y="2356187"/>
            <a:ext cx="0" cy="93776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Shape 35"/>
          <p:cNvSpPr/>
          <p:nvPr/>
        </p:nvSpPr>
        <p:spPr>
          <a:xfrm>
            <a:off x="7259241" y="3289191"/>
            <a:ext cx="16561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7278291" y="2356187"/>
            <a:ext cx="0" cy="93776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7424291" y="2492663"/>
            <a:ext cx="1381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Store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24291" y="2695813"/>
            <a:ext cx="138172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embeddings, semantic search, RAG-optimized for AI inference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28600" y="3873073"/>
            <a:ext cx="8686800" cy="450652"/>
          </a:xfrm>
          <a:prstGeom prst="roundRect">
            <a:avLst>
              <a:gd name="adj" fmla="val 22545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2702" y="3984099"/>
            <a:ext cx="847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Path:</a:t>
            </a: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 4 + Layer 1 first — connect existing data (read-only), reduce fragmentation, build </a:t>
            </a: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"Cognitive Intelligence"</a:t>
            </a: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AI-first management reports. Then Layer 3 orchestrates and Layer 2 personalizes.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28600" y="4575643"/>
            <a:ext cx="2827883" cy="266700"/>
          </a:xfrm>
          <a:prstGeom prst="roundRect">
            <a:avLst>
              <a:gd name="adj" fmla="val 95238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39526" y="4661368"/>
            <a:ext cx="26060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Understand (L4+L1) — Cognitive Intelligence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157984" y="4575643"/>
            <a:ext cx="2828032" cy="266700"/>
          </a:xfrm>
          <a:prstGeom prst="roundRect">
            <a:avLst>
              <a:gd name="adj" fmla="val 95238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268909" y="4661368"/>
            <a:ext cx="2606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Orchestrate (L3) — Workflow and Agents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87517" y="4575643"/>
            <a:ext cx="2827883" cy="266700"/>
          </a:xfrm>
          <a:prstGeom prst="roundRect">
            <a:avLst>
              <a:gd name="adj" fmla="val 95238"/>
            </a:avLst>
          </a:prstGeom>
          <a:solidFill>
            <a:srgbClr val="ECFEFF"/>
          </a:solidFill>
          <a:ln w="9525">
            <a:solidFill>
              <a:srgbClr val="A5F3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98443" y="4661368"/>
            <a:ext cx="26060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Personalize (L2) — AI-Driven UI</a:t>
            </a:r>
            <a:endParaRPr lang="en-US" sz="7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88FAB95-1E70-C188-6E7F-A103C2489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39" y="1775594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D7E0694-125E-4EE2-31B6-67B09C4357A8}"/>
              </a:ext>
            </a:extLst>
          </p:cNvPr>
          <p:cNvGrpSpPr/>
          <p:nvPr/>
        </p:nvGrpSpPr>
        <p:grpSpPr>
          <a:xfrm>
            <a:off x="3671738" y="542086"/>
            <a:ext cx="1800374" cy="215801"/>
            <a:chOff x="3671739" y="177701"/>
            <a:chExt cx="1800374" cy="215801"/>
          </a:xfrm>
        </p:grpSpPr>
        <p:sp>
          <p:nvSpPr>
            <p:cNvPr id="2" name="Text 0"/>
            <p:cNvSpPr/>
            <p:nvPr/>
          </p:nvSpPr>
          <p:spPr>
            <a:xfrm>
              <a:off x="3671739" y="177701"/>
              <a:ext cx="1800374" cy="215801"/>
            </a:xfrm>
            <a:prstGeom prst="roundRect">
              <a:avLst>
                <a:gd name="adj" fmla="val 82391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3844705" y="237976"/>
              <a:ext cx="1454441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366F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GOVERNANCE AND TRUST</a:t>
              </a:r>
              <a:endParaRPr lang="en-US" sz="7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297180" y="1000054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Safety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7180" y="1346079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and trust — AI operates within hard, deterministic boundaries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00" y="2122938"/>
            <a:ext cx="4102150" cy="2072878"/>
          </a:xfrm>
          <a:prstGeom prst="roundRect">
            <a:avLst>
              <a:gd name="adj" fmla="val 61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310164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Governance 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8226" y="2529239"/>
            <a:ext cx="3727698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agent has a unique Non-Human Identity with specific permissions</a:t>
            </a:r>
            <a:endParaRPr lang="en-US" sz="750" dirty="0"/>
          </a:p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Formal approval, deployment, monitoring, retirement</a:t>
            </a:r>
            <a:endParaRPr lang="en-US" sz="750" dirty="0"/>
          </a:p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action logged with reasoning chain and outcome</a:t>
            </a:r>
            <a:endParaRPr lang="en-US" sz="750" dirty="0"/>
          </a:p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 Engine prevents regulatory violations by design</a:t>
            </a:r>
            <a:endParaRPr lang="en-US" sz="750" dirty="0"/>
          </a:p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Immediate shutdown for anomalous agent behavior</a:t>
            </a:r>
            <a:endParaRPr lang="en-US" sz="750" dirty="0"/>
          </a:p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Gates: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High-risk actions require human approval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60850" y="2122938"/>
            <a:ext cx="4102150" cy="2072878"/>
          </a:xfrm>
          <a:prstGeom prst="roundRect">
            <a:avLst>
              <a:gd name="adj" fmla="val 61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8076" y="2310164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VIRF — Trustworthy AI Framework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8076" y="2529239"/>
            <a:ext cx="3802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Process Theory applied to AI safety: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8076" y="2719739"/>
            <a:ext cx="372769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1 (LLM Planner):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Fast, creative — proposes actions and interfaces</a:t>
            </a:r>
            <a:endParaRPr lang="en-US" sz="750" dirty="0"/>
          </a:p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2 (Logic Verifier):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Slow, rigorous — checks proposals against ontology and rules</a:t>
            </a:r>
            <a:endParaRPr lang="en-US" sz="750" dirty="0"/>
          </a:p>
          <a:p>
            <a:pPr marL="342900" indent="-342900" algn="l">
              <a:lnSpc>
                <a:spcPts val="1125"/>
              </a:lnSpc>
              <a:buSzPct val="100000"/>
              <a:buChar char="•"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0% dangerous actions while maintaining highest task completion rates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48076" y="3621340"/>
            <a:ext cx="3727698" cy="387251"/>
          </a:xfrm>
          <a:prstGeom prst="roundRect">
            <a:avLst>
              <a:gd name="adj" fmla="val 19677"/>
            </a:avLst>
          </a:prstGeom>
          <a:solidFill>
            <a:srgbClr val="F0FDF4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0004" y="3719715"/>
            <a:ext cx="35238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Defense-in-Depth: AI Identity &gt; Runtime Monitoring &gt; Persistence Boundary &gt; Action Guards &gt; Data Encryption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1000" y="4388757"/>
            <a:ext cx="8382000" cy="355402"/>
          </a:xfrm>
          <a:prstGeom prst="roundRect">
            <a:avLst>
              <a:gd name="adj" fmla="val 28587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150" y="4499783"/>
            <a:ext cx="8167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is powerful but governed. Every decision is traceable, every action is explainable, and every operation is reversible.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4C8997-4D36-54A5-627D-8F385C29E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65" y="1662731"/>
            <a:ext cx="960120" cy="48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1175</Words>
  <Application>Microsoft Macintosh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Self-Evolving Platform — Strategic Vision</dc:title>
  <dc:subject>SEP Architecture and Vision</dc:subject>
  <dc:creator>xTalent</dc:creator>
  <cp:lastModifiedBy>Vũ. Nguyễn Huy (7)</cp:lastModifiedBy>
  <cp:revision>1</cp:revision>
  <dcterms:created xsi:type="dcterms:W3CDTF">2026-03-03T04:10:01Z</dcterms:created>
  <dcterms:modified xsi:type="dcterms:W3CDTF">2026-03-03T04:47:33Z</dcterms:modified>
</cp:coreProperties>
</file>