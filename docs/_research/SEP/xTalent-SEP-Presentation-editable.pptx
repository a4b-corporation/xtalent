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STRATEGIC VISION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xTalent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A next-generation Human Capital Management solution built on the Self-Evolving Platform (SEP) — designed to continuously learn, adapt, and evolve alongside your organization in the age of AI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Strategic Vision 2026 xTalent The Self-Evolving HCM Platform A next-generation Human Capital Management solution built on the Self-Evolving Platform (SEP) — designed to continuously learn, adapt, and evolve alongside your organization in the age of AI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103120"/>
            <a:ext cx="96926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1 Market Context — The Era of Cognitive Autonomy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2 The Problem — Why Traditional HCM Falls Short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3 Our Vision — xTalent on the Self-Evolving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4 Architecture — The Four-Layer Model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5 Capabilities — Use Cases on SEP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6 Roadmap — Three Phases to Evolution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7 ROI &amp; Governance — Value &amp;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The Era of Cognitive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AI has shifted from experimental pilots to production-grade autonomous systems delivering measurable P&amp;L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548890" cy="23774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40%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Enterprise apps with agentic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3152" cy="2377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17570" y="2468880"/>
            <a:ext cx="2548890" cy="23774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$3-5T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Global Agentic Commerce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7570" y="2468880"/>
            <a:ext cx="73152" cy="2377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5060" y="2468880"/>
            <a:ext cx="2548890" cy="23774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3.5×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ROI per $1 invested in Agentic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5060" y="2468880"/>
            <a:ext cx="73152" cy="2377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2550" y="2468880"/>
            <a:ext cx="2548890" cy="23774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15%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Daily decisions made autonomously by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2550" y="2468880"/>
            <a:ext cx="73152" cy="2377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The Agentic Divide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A stark gap is emerging between organizations that rewire around AI vs. those treating it as an add-on.</a:t>
            </a:r>
          </a:p>
        </p:txBody>
      </p:sp>
      <p:pic>
        <p:nvPicPr>
          <p:cNvPr id="5" name="Picture 4" descr="agentic_di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19456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Traditional HCM is Fundamentally Broken</a:t>
            </a:r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19456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OUR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xTalent on the Self-Evolving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Software that understands, learns, and evolves — transforming HCM from a static tool to a living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47472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Self-Understanding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AI Agents comprehend HR processes like a domain expert through Ontology-Driven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73152" cy="198881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2377440"/>
            <a:ext cx="347472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Self-Adapting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Interfaces generate in real-time based on user intent — from fixed screens to AI-created 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377440"/>
            <a:ext cx="73152" cy="19888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2377440"/>
            <a:ext cx="347472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Self-Orchestrating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Multi-agent workflows coordinate across HR functions — onboarding, payroll, compliance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77440"/>
            <a:ext cx="73152" cy="19888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594860"/>
            <a:ext cx="347472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Self-Managing Data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Multi-modal data architecture grows organically — from ACID databases to AI-native vector stores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94860"/>
            <a:ext cx="73152" cy="19888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The Four-Layer Model</a:t>
            </a:r>
          </a:p>
        </p:txBody>
      </p:sp>
      <p:pic>
        <p:nvPicPr>
          <p:cNvPr id="4" name="Picture 3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19456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LAYER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Ontology-Driven Knowledge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Domain Ontology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Formal HR entity models in LinkML/OWL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73152" cy="4206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2072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Semantic Layer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Business terms → technical data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2072" y="2377440"/>
            <a:ext cx="73152" cy="4206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4064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Knowledge Graph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Employee → Position → Dept relationships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4064" y="2377440"/>
            <a:ext cx="73152" cy="4206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06056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Rules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Encoded labor law &amp; policy guardrails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06056" y="2377440"/>
            <a:ext cx="73152" cy="4206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8048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Cognitive API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"SME-as-a-Service" for any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8048" y="2377440"/>
            <a:ext cx="73152" cy="4206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LAYER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Adaptive UI Layer — The 30-60-10 Model</a:t>
            </a:r>
          </a:p>
        </p:txBody>
      </p:sp>
      <p:pic>
        <p:nvPicPr>
          <p:cNvPr id="4" name="Picture 3" descr="ui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19456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LAYER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Intelligent Backend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54889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Headless API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REST/GraphQL stateless CRUD — serves all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73152" cy="19888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7570" y="2377440"/>
            <a:ext cx="254889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Workflow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Visual workflow designer for HR processes — zero-code customization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7570" y="2377440"/>
            <a:ext cx="73152" cy="19888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5060" y="2377440"/>
            <a:ext cx="254889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Agent Orchestration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Multi-agent teams: Recruit, Comply, Payroll,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5060" y="2377440"/>
            <a:ext cx="73152" cy="19888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72550" y="2377440"/>
            <a:ext cx="254889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Policy &amp; Governance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Agent RBAC, audit logs, kill switches, HITL gates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2550" y="2377440"/>
            <a:ext cx="73152" cy="19888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594860"/>
            <a:ext cx="254889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⚡ Workflow Engine Impact: Customer requests "3-level approval for leave &gt; 5 days" → Traditional: 2-week release. xTalent: Configure &amp; deploy instantly.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LAYER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Multi-Modal Data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Core RDBMS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PostgreSQL — ACID, strict schema,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73152" cy="4206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2072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Flex Store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SurrealDB — schemaless custom fields, dynamic 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2072" y="2377440"/>
            <a:ext cx="73152" cy="4206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4064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Graph Store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Neo4j — org charts, skill maps, GraphRAG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4064" y="2377440"/>
            <a:ext cx="73152" cy="4206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06056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Metadata &amp; Audit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Catalog + lineage — AI decision traceability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06056" y="2377440"/>
            <a:ext cx="73152" cy="4206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8048" y="2377440"/>
            <a:ext cx="1993392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AI-Native Store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Vector DB — embeddings, semantic search,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8048" y="2377440"/>
            <a:ext cx="73152" cy="4206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Self-Evolving Employee Onboarding</a:t>
            </a:r>
          </a:p>
        </p:txBody>
      </p:sp>
      <p:pic>
        <p:nvPicPr>
          <p:cNvPr id="4" name="Picture 3" descr="onboard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19456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MORE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AI-Driven HR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532638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AI Performance Review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Continuous data collection from attendance, projects, peer feedback → Performance Agent synthesizes insights → Manager sees Generative UI dashboard → Business Rules ensure fairness From annual subjective reviews → continuous data-driven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73152" cy="198881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5060" y="2377440"/>
            <a:ext cx="532638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Adaptive Payroll Compliance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Tax rules encoded in Ontology → Regulation changes update ontology only → Payroll Agent runs + verifies in parallel → Full audit trail in Metadata layer Zero code changes when regulations update — ontology-only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5060" y="2377440"/>
            <a:ext cx="73152" cy="19888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594860"/>
            <a:ext cx="5326380" cy="1988819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Intent-Based HR Analytics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Employee: "How many vacation days do I have?" → Manager: "Show attrition risk" → CHRO: "Headcount cost by region YoY" Same flow: Intent → Ontology → Generative UI → Governance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94860"/>
            <a:ext cx="73152" cy="19888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Three Phases to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474720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Phase 1: Foundation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Months 1-6 Core HR Domain Ontology (LinkML) Knowledge Graph — org structure Headless REST/GraphQL APIs Core UI — design system RDBMS + Flex Store +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73152" cy="4206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377440"/>
            <a:ext cx="3474720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Phase 2: Intelligence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Months 7-12 Workflow Engine — visual designer Agent Team: Onboard, Comply, Payroll Configurable UI (JSON-driven) Full Knowledge Graph + GraphRAG Vector DB — semantic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377440"/>
            <a:ext cx="73152" cy="420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474720" cy="4206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square"/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Phase 3: Evolution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Months 13-18 Generative UI — A2UI integration Multi-Agent cross-functional teams MAPE-K self-optimization loops Predictive HR Analytics Auto-evolving rules &amp;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377440"/>
            <a:ext cx="73152" cy="4206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ROI &amp; Strategic Impact</a:t>
            </a:r>
          </a:p>
        </p:txBody>
      </p:sp>
      <p:pic>
        <p:nvPicPr>
          <p:cNvPr id="4" name="Picture 3" descr="roi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19456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366F1"/>
                </a:solidFill>
              </a:rP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Governance &amp; Security Framework</a:t>
            </a:r>
          </a:p>
        </p:txBody>
      </p:sp>
      <p:pic>
        <p:nvPicPr>
          <p:cNvPr id="4" name="Picture 3" descr="governance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194560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2E8F0"/>
                </a:solidFill>
              </a:defRPr>
            </a:pPr>
            <a:r>
              <a:t>xTalent is not just the future of HCM. It is the future of enterprise software.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</a:defRPr>
            </a:pPr>
            <a:r>
              <a:t>xTalent is not just the future of HCM. It is the future of enterprise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From static software to living systems. From configuration to conversation. From siloed data to unified knowledge. From manual compliance to automatic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2450591" cy="457200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Ontology-First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0752" y="4754880"/>
            <a:ext cx="3657600" cy="457200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Intent-Over-Configuration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71232" y="4754880"/>
            <a:ext cx="2999232" cy="457200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Evolution-by-Design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